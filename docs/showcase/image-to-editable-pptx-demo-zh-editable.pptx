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01__logo_shadow"/>
          <p:cNvSpPr/>
          <p:nvPr/>
        </p:nvSpPr>
        <p:spPr>
          <a:xfrm>
            <a:off x="350520" y="213360"/>
            <a:ext cx="563880" cy="655320"/>
          </a:xfrm>
          <a:prstGeom prst="roundRect">
            <a:avLst/>
          </a:prstGeom>
          <a:solidFill>
            <a:srgbClr val="B9B9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image01__logo_body"/>
          <p:cNvSpPr/>
          <p:nvPr/>
        </p:nvSpPr>
        <p:spPr>
          <a:xfrm>
            <a:off x="320040" y="152400"/>
            <a:ext cx="563880" cy="655320"/>
          </a:xfrm>
          <a:prstGeom prst="roundRect">
            <a:avLst/>
          </a:prstGeom>
          <a:solidFill>
            <a:srgbClr val="FF6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image01__logo_p"/>
          <p:cNvSpPr txBox="1"/>
          <p:nvPr/>
        </p:nvSpPr>
        <p:spPr>
          <a:xfrm>
            <a:off x="411480" y="259080"/>
            <a:ext cx="38100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</a:t>
            </a:r>
            <a:endParaRPr lang="en-US" sz="3000" dirty="0"/>
          </a:p>
        </p:txBody>
      </p:sp>
      <p:sp>
        <p:nvSpPr>
          <p:cNvPr id="5" name="image01__title"/>
          <p:cNvSpPr txBox="1"/>
          <p:nvPr/>
        </p:nvSpPr>
        <p:spPr>
          <a:xfrm>
            <a:off x="1036320" y="175260"/>
            <a:ext cx="5410200" cy="487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14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图片转可编辑 PPTX</a:t>
            </a:r>
            <a:endParaRPr lang="en-US" sz="3150" dirty="0"/>
          </a:p>
        </p:txBody>
      </p:sp>
      <p:sp>
        <p:nvSpPr>
          <p:cNvPr id="6" name="image01__subtitle"/>
          <p:cNvSpPr txBox="1"/>
          <p:nvPr/>
        </p:nvSpPr>
        <p:spPr>
          <a:xfrm>
            <a:off x="1051560" y="594360"/>
            <a:ext cx="68580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把扁平化幻灯片图片还原为可编辑 PowerPoint</a:t>
            </a:r>
            <a:endParaRPr lang="en-US" sz="1650" dirty="0"/>
          </a:p>
        </p:txBody>
      </p:sp>
      <p:sp>
        <p:nvSpPr>
          <p:cNvPr id="7" name="image01__header_rule"/>
          <p:cNvSpPr/>
          <p:nvPr/>
        </p:nvSpPr>
        <p:spPr>
          <a:xfrm>
            <a:off x="1036320" y="899160"/>
            <a:ext cx="10927080" cy="0"/>
          </a:xfrm>
          <a:prstGeom prst="line">
            <a:avLst/>
          </a:prstGeom>
          <a:noFill/>
          <a:ln w="15240">
            <a:solidFill>
              <a:srgbClr val="D3D3D3"/>
            </a:solidFill>
            <a:prstDash val="solid"/>
            <a:headEnd type="none"/>
            <a:tailEnd type="none"/>
          </a:ln>
        </p:spPr>
      </p:sp>
      <p:sp>
        <p:nvSpPr>
          <p:cNvPr id="8" name="image01__input_shadow"/>
          <p:cNvSpPr/>
          <p:nvPr/>
        </p:nvSpPr>
        <p:spPr>
          <a:xfrm>
            <a:off x="144780" y="1196340"/>
            <a:ext cx="3489960" cy="306324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image01__input_panel"/>
          <p:cNvSpPr/>
          <p:nvPr/>
        </p:nvSpPr>
        <p:spPr>
          <a:xfrm>
            <a:off x="91440" y="1127760"/>
            <a:ext cx="34899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0" name="image01__how_shadow"/>
          <p:cNvSpPr/>
          <p:nvPr/>
        </p:nvSpPr>
        <p:spPr>
          <a:xfrm>
            <a:off x="3749040" y="1196340"/>
            <a:ext cx="4305300" cy="306324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image01__how_panel"/>
          <p:cNvSpPr/>
          <p:nvPr/>
        </p:nvSpPr>
        <p:spPr>
          <a:xfrm>
            <a:off x="3695700" y="1127760"/>
            <a:ext cx="430530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2" name="image01__output_shadow"/>
          <p:cNvSpPr/>
          <p:nvPr/>
        </p:nvSpPr>
        <p:spPr>
          <a:xfrm>
            <a:off x="8161020" y="1196340"/>
            <a:ext cx="3992880" cy="306324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image01__output_panel"/>
          <p:cNvSpPr/>
          <p:nvPr/>
        </p:nvSpPr>
        <p:spPr>
          <a:xfrm>
            <a:off x="8107680" y="1127760"/>
            <a:ext cx="39928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4" name="image01__input_icon_outer"/>
          <p:cNvSpPr/>
          <p:nvPr/>
        </p:nvSpPr>
        <p:spPr>
          <a:xfrm>
            <a:off x="304800" y="1341120"/>
            <a:ext cx="137160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21590">
            <a:solidFill>
              <a:srgbClr val="FF6B0B"/>
            </a:solidFill>
            <a:prstDash val="solid"/>
          </a:ln>
        </p:spPr>
      </p:sp>
      <p:sp>
        <p:nvSpPr>
          <p:cNvPr id="15" name="image01__input_icon_inner"/>
          <p:cNvSpPr/>
          <p:nvPr/>
        </p:nvSpPr>
        <p:spPr>
          <a:xfrm>
            <a:off x="335280" y="1371600"/>
            <a:ext cx="76200" cy="121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6B0B"/>
            </a:solidFill>
            <a:prstDash val="solid"/>
          </a:ln>
        </p:spPr>
      </p:sp>
      <p:sp>
        <p:nvSpPr>
          <p:cNvPr id="16" name="image01__input_header"/>
          <p:cNvSpPr txBox="1"/>
          <p:nvPr/>
        </p:nvSpPr>
        <p:spPr>
          <a:xfrm>
            <a:off x="510540" y="1310640"/>
            <a:ext cx="838200" cy="2590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F05A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endParaRPr lang="en-US" sz="1850" dirty="0"/>
          </a:p>
        </p:txBody>
      </p:sp>
      <p:sp>
        <p:nvSpPr>
          <p:cNvPr id="17" name="image01__how_icon_center"/>
          <p:cNvSpPr/>
          <p:nvPr/>
        </p:nvSpPr>
        <p:spPr>
          <a:xfrm>
            <a:off x="4937760" y="1348740"/>
            <a:ext cx="152400" cy="152400"/>
          </a:xfrm>
          <a:prstGeom prst="ellipse">
            <a:avLst/>
          </a:prstGeom>
          <a:solidFill>
            <a:srgbClr val="77B9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image01__how_icon_tooth_0"/>
          <p:cNvSpPr/>
          <p:nvPr/>
        </p:nvSpPr>
        <p:spPr>
          <a:xfrm>
            <a:off x="4991100" y="1280160"/>
            <a:ext cx="45720" cy="45720"/>
          </a:xfrm>
          <a:prstGeom prst="diamond">
            <a:avLst/>
          </a:prstGeom>
          <a:solidFill>
            <a:srgbClr val="77B9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image01__how_icon_tooth_1"/>
          <p:cNvSpPr/>
          <p:nvPr/>
        </p:nvSpPr>
        <p:spPr>
          <a:xfrm>
            <a:off x="4991100" y="1508760"/>
            <a:ext cx="45720" cy="45720"/>
          </a:xfrm>
          <a:prstGeom prst="diamond">
            <a:avLst/>
          </a:prstGeom>
          <a:solidFill>
            <a:srgbClr val="77B9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image01__how_icon_tooth_2"/>
          <p:cNvSpPr/>
          <p:nvPr/>
        </p:nvSpPr>
        <p:spPr>
          <a:xfrm>
            <a:off x="4869180" y="1394460"/>
            <a:ext cx="45720" cy="45720"/>
          </a:xfrm>
          <a:prstGeom prst="diamond">
            <a:avLst/>
          </a:prstGeom>
          <a:solidFill>
            <a:srgbClr val="77B9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image01__how_icon_tooth_3"/>
          <p:cNvSpPr/>
          <p:nvPr/>
        </p:nvSpPr>
        <p:spPr>
          <a:xfrm>
            <a:off x="5105400" y="1394460"/>
            <a:ext cx="45720" cy="45720"/>
          </a:xfrm>
          <a:prstGeom prst="diamond">
            <a:avLst/>
          </a:prstGeom>
          <a:solidFill>
            <a:srgbClr val="77B9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image01__how_icon_tooth_4"/>
          <p:cNvSpPr/>
          <p:nvPr/>
        </p:nvSpPr>
        <p:spPr>
          <a:xfrm>
            <a:off x="4907280" y="1303020"/>
            <a:ext cx="45720" cy="45720"/>
          </a:xfrm>
          <a:prstGeom prst="diamond">
            <a:avLst/>
          </a:prstGeom>
          <a:solidFill>
            <a:srgbClr val="77B9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image01__how_icon_tooth_5"/>
          <p:cNvSpPr/>
          <p:nvPr/>
        </p:nvSpPr>
        <p:spPr>
          <a:xfrm>
            <a:off x="5074920" y="1303020"/>
            <a:ext cx="45720" cy="45720"/>
          </a:xfrm>
          <a:prstGeom prst="diamond">
            <a:avLst/>
          </a:prstGeom>
          <a:solidFill>
            <a:srgbClr val="77B9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image01__how_icon_tooth_6"/>
          <p:cNvSpPr/>
          <p:nvPr/>
        </p:nvSpPr>
        <p:spPr>
          <a:xfrm>
            <a:off x="4907280" y="1485900"/>
            <a:ext cx="45720" cy="45720"/>
          </a:xfrm>
          <a:prstGeom prst="diamond">
            <a:avLst/>
          </a:prstGeom>
          <a:solidFill>
            <a:srgbClr val="77B9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image01__how_icon_tooth_7"/>
          <p:cNvSpPr/>
          <p:nvPr/>
        </p:nvSpPr>
        <p:spPr>
          <a:xfrm>
            <a:off x="5074920" y="1485900"/>
            <a:ext cx="45720" cy="45720"/>
          </a:xfrm>
          <a:prstGeom prst="diamond">
            <a:avLst/>
          </a:prstGeom>
          <a:solidFill>
            <a:srgbClr val="77B9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image01__how_header"/>
          <p:cNvSpPr txBox="1"/>
          <p:nvPr/>
        </p:nvSpPr>
        <p:spPr>
          <a:xfrm>
            <a:off x="5189220" y="1295400"/>
            <a:ext cx="1295400" cy="2590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F05A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工作原理</a:t>
            </a:r>
            <a:endParaRPr lang="en-US" sz="1850" dirty="0"/>
          </a:p>
        </p:txBody>
      </p:sp>
      <p:sp>
        <p:nvSpPr>
          <p:cNvPr id="27" name="image01__output_icon_outer"/>
          <p:cNvSpPr/>
          <p:nvPr/>
        </p:nvSpPr>
        <p:spPr>
          <a:xfrm>
            <a:off x="9387840" y="1341120"/>
            <a:ext cx="1524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F6B0B"/>
            </a:solidFill>
            <a:prstDash val="solid"/>
          </a:ln>
        </p:spPr>
      </p:sp>
      <p:sp>
        <p:nvSpPr>
          <p:cNvPr id="28" name="image01__output_icon_line_0"/>
          <p:cNvSpPr/>
          <p:nvPr/>
        </p:nvSpPr>
        <p:spPr>
          <a:xfrm>
            <a:off x="9418320" y="1379220"/>
            <a:ext cx="91440" cy="0"/>
          </a:xfrm>
          <a:prstGeom prst="line">
            <a:avLst/>
          </a:prstGeom>
          <a:noFill/>
          <a:ln w="1143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29" name="image01__output_icon_line_1"/>
          <p:cNvSpPr/>
          <p:nvPr/>
        </p:nvSpPr>
        <p:spPr>
          <a:xfrm>
            <a:off x="9418320" y="1417320"/>
            <a:ext cx="91440" cy="0"/>
          </a:xfrm>
          <a:prstGeom prst="line">
            <a:avLst/>
          </a:prstGeom>
          <a:noFill/>
          <a:ln w="1143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30" name="image01__output_icon_line_2"/>
          <p:cNvSpPr/>
          <p:nvPr/>
        </p:nvSpPr>
        <p:spPr>
          <a:xfrm>
            <a:off x="9418320" y="1455420"/>
            <a:ext cx="91440" cy="0"/>
          </a:xfrm>
          <a:prstGeom prst="line">
            <a:avLst/>
          </a:prstGeom>
          <a:noFill/>
          <a:ln w="1143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31" name="image01__output_icon_line_3"/>
          <p:cNvSpPr/>
          <p:nvPr/>
        </p:nvSpPr>
        <p:spPr>
          <a:xfrm>
            <a:off x="9418320" y="1493520"/>
            <a:ext cx="91440" cy="0"/>
          </a:xfrm>
          <a:prstGeom prst="line">
            <a:avLst/>
          </a:prstGeom>
          <a:noFill/>
          <a:ln w="1143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32" name="image01__output_header"/>
          <p:cNvSpPr txBox="1"/>
          <p:nvPr/>
        </p:nvSpPr>
        <p:spPr>
          <a:xfrm>
            <a:off x="9608820" y="1310640"/>
            <a:ext cx="838200" cy="2590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F05A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</a:t>
            </a:r>
            <a:endParaRPr lang="en-US" sz="1850" dirty="0"/>
          </a:p>
        </p:txBody>
      </p:sp>
      <p:sp>
        <p:nvSpPr>
          <p:cNvPr id="33" name="image01__input_preview"/>
          <p:cNvSpPr/>
          <p:nvPr/>
        </p:nvSpPr>
        <p:spPr>
          <a:xfrm>
            <a:off x="228600" y="1645920"/>
            <a:ext cx="3208020" cy="1767840"/>
          </a:xfrm>
          <a:prstGeom prst="rect">
            <a:avLst/>
          </a:prstGeom>
          <a:solidFill>
            <a:srgbClr val="FFFFFF"/>
          </a:solidFill>
          <a:ln w="11430">
            <a:solidFill>
              <a:srgbClr val="D0D0D0"/>
            </a:solidFill>
            <a:prstDash val="solid"/>
          </a:ln>
        </p:spPr>
      </p:sp>
      <p:sp>
        <p:nvSpPr>
          <p:cNvPr id="34" name="image01__input_ribbon_blue"/>
          <p:cNvSpPr/>
          <p:nvPr/>
        </p:nvSpPr>
        <p:spPr>
          <a:xfrm>
            <a:off x="3200400" y="1645920"/>
            <a:ext cx="236220" cy="236220"/>
          </a:xfrm>
          <a:prstGeom prst="rtTriangle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image01__input_ribbon_green"/>
          <p:cNvSpPr/>
          <p:nvPr/>
        </p:nvSpPr>
        <p:spPr>
          <a:xfrm>
            <a:off x="3322320" y="1645920"/>
            <a:ext cx="114300" cy="114300"/>
          </a:xfrm>
          <a:prstGeom prst="rtTriangle">
            <a:avLst/>
          </a:prstGeom>
          <a:solidFill>
            <a:srgbClr val="65B5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image01__in_chart_title"/>
          <p:cNvSpPr txBox="1"/>
          <p:nvPr/>
        </p:nvSpPr>
        <p:spPr>
          <a:xfrm>
            <a:off x="350520" y="1783080"/>
            <a:ext cx="1371600" cy="1752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4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市场增长展望</a:t>
            </a:r>
            <a:endParaRPr lang="en-US" sz="1120" dirty="0"/>
          </a:p>
        </p:txBody>
      </p:sp>
      <p:sp>
        <p:nvSpPr>
          <p:cNvPr id="37" name="image01__in_chart_sub1"/>
          <p:cNvSpPr txBox="1"/>
          <p:nvPr/>
        </p:nvSpPr>
        <p:spPr>
          <a:xfrm>
            <a:off x="350520" y="1965960"/>
            <a:ext cx="16002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未来五年全球市场预计</a:t>
            </a:r>
            <a:endParaRPr lang="en-US" sz="830" dirty="0"/>
          </a:p>
        </p:txBody>
      </p:sp>
      <p:sp>
        <p:nvSpPr>
          <p:cNvPr id="38" name="image01__in_chart_sub2"/>
          <p:cNvSpPr txBox="1"/>
          <p:nvPr/>
        </p:nvSpPr>
        <p:spPr>
          <a:xfrm>
            <a:off x="350520" y="2095500"/>
            <a:ext cx="11430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保持强劲增长。</a:t>
            </a:r>
            <a:endParaRPr lang="en-US" sz="830" dirty="0"/>
          </a:p>
        </p:txBody>
      </p:sp>
      <p:sp>
        <p:nvSpPr>
          <p:cNvPr id="39" name="image01__m1_circle"/>
          <p:cNvSpPr/>
          <p:nvPr/>
        </p:nvSpPr>
        <p:spPr>
          <a:xfrm>
            <a:off x="373380" y="2270760"/>
            <a:ext cx="228600" cy="228600"/>
          </a:xfrm>
          <a:prstGeom prst="ellipse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image01__m2_circle"/>
          <p:cNvSpPr/>
          <p:nvPr/>
        </p:nvSpPr>
        <p:spPr>
          <a:xfrm>
            <a:off x="373380" y="2621280"/>
            <a:ext cx="228600" cy="228600"/>
          </a:xfrm>
          <a:prstGeom prst="ellipse">
            <a:avLst/>
          </a:prstGeom>
          <a:solidFill>
            <a:srgbClr val="65B5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image01__m3_circle"/>
          <p:cNvSpPr/>
          <p:nvPr/>
        </p:nvSpPr>
        <p:spPr>
          <a:xfrm>
            <a:off x="373380" y="2971800"/>
            <a:ext cx="228600" cy="228600"/>
          </a:xfrm>
          <a:prstGeom prst="ellipse">
            <a:avLst/>
          </a:prstGeom>
          <a:solidFill>
            <a:srgbClr val="7665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image01__m1_line1"/>
          <p:cNvSpPr/>
          <p:nvPr/>
        </p:nvSpPr>
        <p:spPr>
          <a:xfrm>
            <a:off x="419100" y="2369820"/>
            <a:ext cx="45720" cy="6096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3" name="image01__m1_line2"/>
          <p:cNvSpPr/>
          <p:nvPr/>
        </p:nvSpPr>
        <p:spPr>
          <a:xfrm>
            <a:off x="464820" y="2369820"/>
            <a:ext cx="45720" cy="3048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4" name="image01__m1_line3"/>
          <p:cNvSpPr/>
          <p:nvPr/>
        </p:nvSpPr>
        <p:spPr>
          <a:xfrm>
            <a:off x="510540" y="2316480"/>
            <a:ext cx="53340" cy="8382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5" name="image01__m2_head1"/>
          <p:cNvSpPr/>
          <p:nvPr/>
        </p:nvSpPr>
        <p:spPr>
          <a:xfrm>
            <a:off x="419100" y="2674620"/>
            <a:ext cx="53340" cy="533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image01__m2_head2"/>
          <p:cNvSpPr/>
          <p:nvPr/>
        </p:nvSpPr>
        <p:spPr>
          <a:xfrm>
            <a:off x="495300" y="2674620"/>
            <a:ext cx="53340" cy="533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image01__m2_body1"/>
          <p:cNvSpPr/>
          <p:nvPr/>
        </p:nvSpPr>
        <p:spPr>
          <a:xfrm>
            <a:off x="411480" y="2735580"/>
            <a:ext cx="76200" cy="60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image01__m2_body2"/>
          <p:cNvSpPr/>
          <p:nvPr/>
        </p:nvSpPr>
        <p:spPr>
          <a:xfrm>
            <a:off x="480060" y="2735580"/>
            <a:ext cx="76200" cy="60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image01__m3_globe"/>
          <p:cNvSpPr/>
          <p:nvPr/>
        </p:nvSpPr>
        <p:spPr>
          <a:xfrm>
            <a:off x="419100" y="3017520"/>
            <a:ext cx="137160" cy="13716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image01__m3_v"/>
          <p:cNvSpPr/>
          <p:nvPr/>
        </p:nvSpPr>
        <p:spPr>
          <a:xfrm>
            <a:off x="487680" y="3025140"/>
            <a:ext cx="0" cy="12192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1" name="image01__m3_h"/>
          <p:cNvSpPr/>
          <p:nvPr/>
        </p:nvSpPr>
        <p:spPr>
          <a:xfrm>
            <a:off x="426720" y="3086100"/>
            <a:ext cx="121920" cy="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2" name="image01__m1_label"/>
          <p:cNvSpPr txBox="1"/>
          <p:nvPr/>
        </p:nvSpPr>
        <p:spPr>
          <a:xfrm>
            <a:off x="670560" y="2263140"/>
            <a:ext cx="1341120" cy="1295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复合增长率（2024—2029）</a:t>
            </a:r>
            <a:endParaRPr lang="en-US" sz="780" dirty="0"/>
          </a:p>
        </p:txBody>
      </p:sp>
      <p:sp>
        <p:nvSpPr>
          <p:cNvPr id="53" name="image01__m1_value"/>
          <p:cNvSpPr txBox="1"/>
          <p:nvPr/>
        </p:nvSpPr>
        <p:spPr>
          <a:xfrm>
            <a:off x="670560" y="2385060"/>
            <a:ext cx="685800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82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8.7%</a:t>
            </a:r>
            <a:endParaRPr lang="en-US" sz="1100" dirty="0"/>
          </a:p>
        </p:txBody>
      </p:sp>
      <p:sp>
        <p:nvSpPr>
          <p:cNvPr id="54" name="image01__m2_label"/>
          <p:cNvSpPr txBox="1"/>
          <p:nvPr/>
        </p:nvSpPr>
        <p:spPr>
          <a:xfrm>
            <a:off x="670560" y="2613660"/>
            <a:ext cx="1143000" cy="1295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2029年市场规模</a:t>
            </a:r>
            <a:endParaRPr lang="en-US" sz="820" dirty="0"/>
          </a:p>
        </p:txBody>
      </p:sp>
      <p:sp>
        <p:nvSpPr>
          <p:cNvPr id="55" name="image01__m2_value"/>
          <p:cNvSpPr txBox="1"/>
          <p:nvPr/>
        </p:nvSpPr>
        <p:spPr>
          <a:xfrm>
            <a:off x="670560" y="2735580"/>
            <a:ext cx="685800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5B5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$1.2T</a:t>
            </a:r>
            <a:endParaRPr lang="en-US" sz="1100" dirty="0"/>
          </a:p>
        </p:txBody>
      </p:sp>
      <p:sp>
        <p:nvSpPr>
          <p:cNvPr id="56" name="image01__m3_label"/>
          <p:cNvSpPr txBox="1"/>
          <p:nvPr/>
        </p:nvSpPr>
        <p:spPr>
          <a:xfrm>
            <a:off x="670560" y="2964180"/>
            <a:ext cx="762000" cy="1295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重点区域</a:t>
            </a:r>
            <a:endParaRPr lang="en-US" sz="820" dirty="0"/>
          </a:p>
        </p:txBody>
      </p:sp>
      <p:sp>
        <p:nvSpPr>
          <p:cNvPr id="57" name="image01__m3_value1"/>
          <p:cNvSpPr txBox="1"/>
          <p:nvPr/>
        </p:nvSpPr>
        <p:spPr>
          <a:xfrm>
            <a:off x="670560" y="3086100"/>
            <a:ext cx="914400" cy="1219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7665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北美、欧洲、</a:t>
            </a:r>
            <a:endParaRPr lang="en-US" sz="880" dirty="0"/>
          </a:p>
        </p:txBody>
      </p:sp>
      <p:sp>
        <p:nvSpPr>
          <p:cNvPr id="58" name="image01__m3_value2"/>
          <p:cNvSpPr txBox="1"/>
          <p:nvPr/>
        </p:nvSpPr>
        <p:spPr>
          <a:xfrm>
            <a:off x="670560" y="3200400"/>
            <a:ext cx="533400" cy="1219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7665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亚太</a:t>
            </a:r>
            <a:endParaRPr lang="en-US" sz="880" dirty="0"/>
          </a:p>
        </p:txBody>
      </p:sp>
      <p:sp>
        <p:nvSpPr>
          <p:cNvPr id="59" name="image01__in_bar_title"/>
          <p:cNvSpPr txBox="1"/>
          <p:nvPr/>
        </p:nvSpPr>
        <p:spPr>
          <a:xfrm>
            <a:off x="1981200" y="2133600"/>
            <a:ext cx="134112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14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市场规模（十亿美元）</a:t>
            </a:r>
            <a:endParaRPr lang="en-US" sz="770" dirty="0"/>
          </a:p>
        </p:txBody>
      </p:sp>
      <p:sp>
        <p:nvSpPr>
          <p:cNvPr id="60" name="image01__in_grid_0"/>
          <p:cNvSpPr/>
          <p:nvPr/>
        </p:nvSpPr>
        <p:spPr>
          <a:xfrm>
            <a:off x="2057400" y="2362200"/>
            <a:ext cx="1219200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61" name="image01__in_grid_1"/>
          <p:cNvSpPr/>
          <p:nvPr/>
        </p:nvSpPr>
        <p:spPr>
          <a:xfrm>
            <a:off x="2057400" y="2560320"/>
            <a:ext cx="1219200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62" name="image01__in_grid_2"/>
          <p:cNvSpPr/>
          <p:nvPr/>
        </p:nvSpPr>
        <p:spPr>
          <a:xfrm>
            <a:off x="2057400" y="2758440"/>
            <a:ext cx="1219200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63" name="image01__in_grid_3"/>
          <p:cNvSpPr/>
          <p:nvPr/>
        </p:nvSpPr>
        <p:spPr>
          <a:xfrm>
            <a:off x="2057400" y="2956560"/>
            <a:ext cx="1219200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64" name="image01__in_grid_4"/>
          <p:cNvSpPr/>
          <p:nvPr/>
        </p:nvSpPr>
        <p:spPr>
          <a:xfrm>
            <a:off x="2057400" y="3154680"/>
            <a:ext cx="1219200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65" name="image01__in_axis_0"/>
          <p:cNvSpPr txBox="1"/>
          <p:nvPr/>
        </p:nvSpPr>
        <p:spPr>
          <a:xfrm>
            <a:off x="1821180" y="3086100"/>
            <a:ext cx="213360" cy="114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en-US" sz="740" dirty="0"/>
          </a:p>
        </p:txBody>
      </p:sp>
      <p:sp>
        <p:nvSpPr>
          <p:cNvPr id="66" name="image01__in_axis_1"/>
          <p:cNvSpPr txBox="1"/>
          <p:nvPr/>
        </p:nvSpPr>
        <p:spPr>
          <a:xfrm>
            <a:off x="1821180" y="2887980"/>
            <a:ext cx="213360" cy="114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250</a:t>
            </a:r>
            <a:endParaRPr lang="en-US" sz="740" dirty="0"/>
          </a:p>
        </p:txBody>
      </p:sp>
      <p:sp>
        <p:nvSpPr>
          <p:cNvPr id="67" name="image01__in_axis_2"/>
          <p:cNvSpPr txBox="1"/>
          <p:nvPr/>
        </p:nvSpPr>
        <p:spPr>
          <a:xfrm>
            <a:off x="1821180" y="2689860"/>
            <a:ext cx="213360" cy="114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500</a:t>
            </a:r>
            <a:endParaRPr lang="en-US" sz="740" dirty="0"/>
          </a:p>
        </p:txBody>
      </p:sp>
      <p:sp>
        <p:nvSpPr>
          <p:cNvPr id="68" name="image01__in_axis_3"/>
          <p:cNvSpPr txBox="1"/>
          <p:nvPr/>
        </p:nvSpPr>
        <p:spPr>
          <a:xfrm>
            <a:off x="1821180" y="2491740"/>
            <a:ext cx="213360" cy="114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750</a:t>
            </a:r>
            <a:endParaRPr lang="en-US" sz="740" dirty="0"/>
          </a:p>
        </p:txBody>
      </p:sp>
      <p:sp>
        <p:nvSpPr>
          <p:cNvPr id="69" name="image01__in_axis_4"/>
          <p:cNvSpPr txBox="1"/>
          <p:nvPr/>
        </p:nvSpPr>
        <p:spPr>
          <a:xfrm>
            <a:off x="1821180" y="2293620"/>
            <a:ext cx="213360" cy="114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1000</a:t>
            </a:r>
            <a:endParaRPr lang="en-US" sz="740" dirty="0"/>
          </a:p>
        </p:txBody>
      </p:sp>
      <p:sp>
        <p:nvSpPr>
          <p:cNvPr id="70" name="image01__in_bar_0"/>
          <p:cNvSpPr/>
          <p:nvPr/>
        </p:nvSpPr>
        <p:spPr>
          <a:xfrm>
            <a:off x="2301240" y="2994660"/>
            <a:ext cx="121920" cy="213360"/>
          </a:xfrm>
          <a:prstGeom prst="rect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image01__in_bar_1"/>
          <p:cNvSpPr/>
          <p:nvPr/>
        </p:nvSpPr>
        <p:spPr>
          <a:xfrm>
            <a:off x="2529840" y="2865120"/>
            <a:ext cx="121920" cy="342900"/>
          </a:xfrm>
          <a:prstGeom prst="rect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image01__in_bar_2"/>
          <p:cNvSpPr/>
          <p:nvPr/>
        </p:nvSpPr>
        <p:spPr>
          <a:xfrm>
            <a:off x="2758440" y="2735580"/>
            <a:ext cx="121920" cy="472440"/>
          </a:xfrm>
          <a:prstGeom prst="rect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image01__in_bar_3"/>
          <p:cNvSpPr/>
          <p:nvPr/>
        </p:nvSpPr>
        <p:spPr>
          <a:xfrm>
            <a:off x="2987040" y="2583180"/>
            <a:ext cx="121920" cy="624840"/>
          </a:xfrm>
          <a:prstGeom prst="rect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image01__in_bar_4"/>
          <p:cNvSpPr/>
          <p:nvPr/>
        </p:nvSpPr>
        <p:spPr>
          <a:xfrm>
            <a:off x="3215640" y="2369820"/>
            <a:ext cx="121920" cy="838200"/>
          </a:xfrm>
          <a:prstGeom prst="rect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image01__in_year_0"/>
          <p:cNvSpPr txBox="1"/>
          <p:nvPr/>
        </p:nvSpPr>
        <p:spPr>
          <a:xfrm>
            <a:off x="2255520" y="3230880"/>
            <a:ext cx="22860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2024</a:t>
            </a:r>
            <a:endParaRPr lang="en-US" sz="670" dirty="0"/>
          </a:p>
        </p:txBody>
      </p:sp>
      <p:sp>
        <p:nvSpPr>
          <p:cNvPr id="76" name="image01__in_year_1"/>
          <p:cNvSpPr txBox="1"/>
          <p:nvPr/>
        </p:nvSpPr>
        <p:spPr>
          <a:xfrm>
            <a:off x="2484120" y="3230880"/>
            <a:ext cx="22860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</a:t>
            </a:r>
            <a:endParaRPr lang="en-US" sz="670" dirty="0"/>
          </a:p>
        </p:txBody>
      </p:sp>
      <p:sp>
        <p:nvSpPr>
          <p:cNvPr id="77" name="image01__in_year_2"/>
          <p:cNvSpPr txBox="1"/>
          <p:nvPr/>
        </p:nvSpPr>
        <p:spPr>
          <a:xfrm>
            <a:off x="2712720" y="3230880"/>
            <a:ext cx="22860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</a:t>
            </a:r>
            <a:endParaRPr lang="en-US" sz="670" dirty="0"/>
          </a:p>
        </p:txBody>
      </p:sp>
      <p:sp>
        <p:nvSpPr>
          <p:cNvPr id="78" name="image01__in_year_3"/>
          <p:cNvSpPr txBox="1"/>
          <p:nvPr/>
        </p:nvSpPr>
        <p:spPr>
          <a:xfrm>
            <a:off x="2941320" y="3230880"/>
            <a:ext cx="22860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2027</a:t>
            </a:r>
            <a:endParaRPr lang="en-US" sz="670" dirty="0"/>
          </a:p>
        </p:txBody>
      </p:sp>
      <p:sp>
        <p:nvSpPr>
          <p:cNvPr id="79" name="image01__in_year_4"/>
          <p:cNvSpPr txBox="1"/>
          <p:nvPr/>
        </p:nvSpPr>
        <p:spPr>
          <a:xfrm>
            <a:off x="3169920" y="3230880"/>
            <a:ext cx="22860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7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2028</a:t>
            </a:r>
            <a:endParaRPr lang="en-US" sz="670" dirty="0"/>
          </a:p>
        </p:txBody>
      </p:sp>
      <p:sp>
        <p:nvSpPr>
          <p:cNvPr id="80" name="image01__tag_jpg_shadow"/>
          <p:cNvSpPr/>
          <p:nvPr/>
        </p:nvSpPr>
        <p:spPr>
          <a:xfrm>
            <a:off x="259080" y="3596640"/>
            <a:ext cx="800100" cy="28956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image01__tag_jpg"/>
          <p:cNvSpPr/>
          <p:nvPr/>
        </p:nvSpPr>
        <p:spPr>
          <a:xfrm>
            <a:off x="228600" y="3566160"/>
            <a:ext cx="800100" cy="289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0D0D0"/>
            </a:solidFill>
            <a:prstDash val="solid"/>
          </a:ln>
        </p:spPr>
      </p:sp>
      <p:sp>
        <p:nvSpPr>
          <p:cNvPr id="82" name="image01__tag_jpg_text"/>
          <p:cNvSpPr txBox="1"/>
          <p:nvPr/>
        </p:nvSpPr>
        <p:spPr>
          <a:xfrm>
            <a:off x="281940" y="3619500"/>
            <a:ext cx="693420" cy="167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040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JPG / PNG</a:t>
            </a:r>
            <a:endParaRPr lang="en-US" sz="1150" dirty="0"/>
          </a:p>
        </p:txBody>
      </p:sp>
      <p:sp>
        <p:nvSpPr>
          <p:cNvPr id="83" name="image01__tag_flat_shadow"/>
          <p:cNvSpPr/>
          <p:nvPr/>
        </p:nvSpPr>
        <p:spPr>
          <a:xfrm>
            <a:off x="1135380" y="3596640"/>
            <a:ext cx="1295400" cy="28956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image01__tag_flat"/>
          <p:cNvSpPr/>
          <p:nvPr/>
        </p:nvSpPr>
        <p:spPr>
          <a:xfrm>
            <a:off x="1104900" y="3566160"/>
            <a:ext cx="1295400" cy="289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0D0D0"/>
            </a:solidFill>
            <a:prstDash val="solid"/>
          </a:ln>
        </p:spPr>
      </p:sp>
      <p:sp>
        <p:nvSpPr>
          <p:cNvPr id="85" name="image01__tag_flat_text"/>
          <p:cNvSpPr txBox="1"/>
          <p:nvPr/>
        </p:nvSpPr>
        <p:spPr>
          <a:xfrm>
            <a:off x="1158240" y="3619500"/>
            <a:ext cx="1188720" cy="167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4040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扁平化页面</a:t>
            </a:r>
            <a:endParaRPr lang="en-US" sz="1080" dirty="0"/>
          </a:p>
        </p:txBody>
      </p:sp>
      <p:sp>
        <p:nvSpPr>
          <p:cNvPr id="86" name="image01__tag_shot_shadow"/>
          <p:cNvSpPr/>
          <p:nvPr/>
        </p:nvSpPr>
        <p:spPr>
          <a:xfrm>
            <a:off x="2522220" y="3596640"/>
            <a:ext cx="929640" cy="28956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image01__tag_shot"/>
          <p:cNvSpPr/>
          <p:nvPr/>
        </p:nvSpPr>
        <p:spPr>
          <a:xfrm>
            <a:off x="2491740" y="3566160"/>
            <a:ext cx="929640" cy="289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0D0D0"/>
            </a:solidFill>
            <a:prstDash val="solid"/>
          </a:ln>
        </p:spPr>
      </p:sp>
      <p:sp>
        <p:nvSpPr>
          <p:cNvPr id="88" name="image01__tag_shot_text"/>
          <p:cNvSpPr txBox="1"/>
          <p:nvPr/>
        </p:nvSpPr>
        <p:spPr>
          <a:xfrm>
            <a:off x="2545080" y="3619500"/>
            <a:ext cx="822960" cy="167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4040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截图</a:t>
            </a:r>
            <a:endParaRPr lang="en-US" sz="1080" dirty="0"/>
          </a:p>
        </p:txBody>
      </p:sp>
      <p:sp>
        <p:nvSpPr>
          <p:cNvPr id="89" name="image01__arrow_input_how"/>
          <p:cNvSpPr/>
          <p:nvPr/>
        </p:nvSpPr>
        <p:spPr>
          <a:xfrm>
            <a:off x="3474720" y="2628900"/>
            <a:ext cx="198120" cy="0"/>
          </a:xfrm>
          <a:prstGeom prst="line">
            <a:avLst/>
          </a:prstGeom>
          <a:noFill/>
          <a:ln w="13970">
            <a:solidFill>
              <a:srgbClr val="A8A8A8"/>
            </a:solidFill>
            <a:prstDash val="solid"/>
            <a:headEnd type="none"/>
            <a:tailEnd type="triangle"/>
          </a:ln>
        </p:spPr>
      </p:sp>
      <p:sp>
        <p:nvSpPr>
          <p:cNvPr id="90" name="image01__step_num_1"/>
          <p:cNvSpPr/>
          <p:nvPr/>
        </p:nvSpPr>
        <p:spPr>
          <a:xfrm>
            <a:off x="4259580" y="1569720"/>
            <a:ext cx="243840" cy="243840"/>
          </a:xfrm>
          <a:prstGeom prst="ellipse">
            <a:avLst/>
          </a:prstGeom>
          <a:solidFill>
            <a:srgbClr val="FF6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image01__step_num_text_1"/>
          <p:cNvSpPr txBox="1"/>
          <p:nvPr/>
        </p:nvSpPr>
        <p:spPr>
          <a:xfrm>
            <a:off x="4290060" y="1592580"/>
            <a:ext cx="18288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350" dirty="0"/>
          </a:p>
        </p:txBody>
      </p:sp>
      <p:sp>
        <p:nvSpPr>
          <p:cNvPr id="92" name="image01__step_circle_1"/>
          <p:cNvSpPr/>
          <p:nvPr/>
        </p:nvSpPr>
        <p:spPr>
          <a:xfrm>
            <a:off x="4038600" y="1874520"/>
            <a:ext cx="685800" cy="6858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F6B0B"/>
            </a:solidFill>
            <a:prstDash val="solid"/>
          </a:ln>
        </p:spPr>
      </p:sp>
      <p:sp>
        <p:nvSpPr>
          <p:cNvPr id="93" name="image01__step_num_2"/>
          <p:cNvSpPr/>
          <p:nvPr/>
        </p:nvSpPr>
        <p:spPr>
          <a:xfrm>
            <a:off x="5257800" y="1569720"/>
            <a:ext cx="243840" cy="243840"/>
          </a:xfrm>
          <a:prstGeom prst="ellipse">
            <a:avLst/>
          </a:prstGeom>
          <a:solidFill>
            <a:srgbClr val="FF6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image01__step_num_text_2"/>
          <p:cNvSpPr txBox="1"/>
          <p:nvPr/>
        </p:nvSpPr>
        <p:spPr>
          <a:xfrm>
            <a:off x="5288280" y="1592580"/>
            <a:ext cx="18288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350" dirty="0"/>
          </a:p>
        </p:txBody>
      </p:sp>
      <p:sp>
        <p:nvSpPr>
          <p:cNvPr id="95" name="image01__step_circle_2"/>
          <p:cNvSpPr/>
          <p:nvPr/>
        </p:nvSpPr>
        <p:spPr>
          <a:xfrm>
            <a:off x="5036820" y="1874520"/>
            <a:ext cx="685800" cy="6858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F6B0B"/>
            </a:solidFill>
            <a:prstDash val="solid"/>
          </a:ln>
        </p:spPr>
      </p:sp>
      <p:sp>
        <p:nvSpPr>
          <p:cNvPr id="96" name="image01__step_num_3"/>
          <p:cNvSpPr/>
          <p:nvPr/>
        </p:nvSpPr>
        <p:spPr>
          <a:xfrm>
            <a:off x="6256020" y="1569720"/>
            <a:ext cx="243840" cy="243840"/>
          </a:xfrm>
          <a:prstGeom prst="ellipse">
            <a:avLst/>
          </a:prstGeom>
          <a:solidFill>
            <a:srgbClr val="FF6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image01__step_num_text_3"/>
          <p:cNvSpPr txBox="1"/>
          <p:nvPr/>
        </p:nvSpPr>
        <p:spPr>
          <a:xfrm>
            <a:off x="6286500" y="1592580"/>
            <a:ext cx="18288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350" dirty="0"/>
          </a:p>
        </p:txBody>
      </p:sp>
      <p:sp>
        <p:nvSpPr>
          <p:cNvPr id="98" name="image01__step_circle_3"/>
          <p:cNvSpPr/>
          <p:nvPr/>
        </p:nvSpPr>
        <p:spPr>
          <a:xfrm>
            <a:off x="6035040" y="1874520"/>
            <a:ext cx="685800" cy="6858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F6B0B"/>
            </a:solidFill>
            <a:prstDash val="solid"/>
          </a:ln>
        </p:spPr>
      </p:sp>
      <p:sp>
        <p:nvSpPr>
          <p:cNvPr id="99" name="image01__step_num_4"/>
          <p:cNvSpPr/>
          <p:nvPr/>
        </p:nvSpPr>
        <p:spPr>
          <a:xfrm>
            <a:off x="7254240" y="1569720"/>
            <a:ext cx="243840" cy="243840"/>
          </a:xfrm>
          <a:prstGeom prst="ellipse">
            <a:avLst/>
          </a:prstGeom>
          <a:solidFill>
            <a:srgbClr val="FF6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image01__step_num_text_4"/>
          <p:cNvSpPr txBox="1"/>
          <p:nvPr/>
        </p:nvSpPr>
        <p:spPr>
          <a:xfrm>
            <a:off x="7284720" y="1592580"/>
            <a:ext cx="18288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350" dirty="0"/>
          </a:p>
        </p:txBody>
      </p:sp>
      <p:sp>
        <p:nvSpPr>
          <p:cNvPr id="101" name="image01__step_circle_4"/>
          <p:cNvSpPr/>
          <p:nvPr/>
        </p:nvSpPr>
        <p:spPr>
          <a:xfrm>
            <a:off x="7033260" y="1874520"/>
            <a:ext cx="685800" cy="6858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F6B0B"/>
            </a:solidFill>
            <a:prstDash val="solid"/>
          </a:ln>
        </p:spPr>
      </p:sp>
      <p:sp>
        <p:nvSpPr>
          <p:cNvPr id="102" name="image01__step1_t"/>
          <p:cNvSpPr txBox="1"/>
          <p:nvPr/>
        </p:nvSpPr>
        <p:spPr>
          <a:xfrm>
            <a:off x="4213860" y="2042160"/>
            <a:ext cx="33528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</a:t>
            </a:r>
            <a:endParaRPr lang="en-US" sz="2200" dirty="0"/>
          </a:p>
        </p:txBody>
      </p:sp>
      <p:sp>
        <p:nvSpPr>
          <p:cNvPr id="103" name="image01__step2_grid_outer"/>
          <p:cNvSpPr/>
          <p:nvPr/>
        </p:nvSpPr>
        <p:spPr>
          <a:xfrm>
            <a:off x="5257800" y="2095500"/>
            <a:ext cx="243840" cy="24384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142033"/>
            </a:solidFill>
            <a:prstDash val="solid"/>
          </a:ln>
        </p:spPr>
      </p:sp>
      <p:sp>
        <p:nvSpPr>
          <p:cNvPr id="104" name="image01__step2_v_701"/>
          <p:cNvSpPr/>
          <p:nvPr/>
        </p:nvSpPr>
        <p:spPr>
          <a:xfrm>
            <a:off x="5341620" y="2103120"/>
            <a:ext cx="0" cy="228600"/>
          </a:xfrm>
          <a:prstGeom prst="line">
            <a:avLst/>
          </a:prstGeom>
          <a:noFill/>
          <a:ln w="10160">
            <a:solidFill>
              <a:srgbClr val="142033"/>
            </a:solidFill>
            <a:prstDash val="solid"/>
            <a:headEnd type="none"/>
            <a:tailEnd type="none"/>
          </a:ln>
        </p:spPr>
      </p:sp>
      <p:sp>
        <p:nvSpPr>
          <p:cNvPr id="105" name="image01__step2_v_712"/>
          <p:cNvSpPr/>
          <p:nvPr/>
        </p:nvSpPr>
        <p:spPr>
          <a:xfrm>
            <a:off x="5425440" y="2103120"/>
            <a:ext cx="0" cy="228600"/>
          </a:xfrm>
          <a:prstGeom prst="line">
            <a:avLst/>
          </a:prstGeom>
          <a:noFill/>
          <a:ln w="10160">
            <a:solidFill>
              <a:srgbClr val="142033"/>
            </a:solidFill>
            <a:prstDash val="solid"/>
            <a:headEnd type="none"/>
            <a:tailEnd type="none"/>
          </a:ln>
        </p:spPr>
      </p:sp>
      <p:sp>
        <p:nvSpPr>
          <p:cNvPr id="106" name="image01__step2_h_286"/>
          <p:cNvSpPr/>
          <p:nvPr/>
        </p:nvSpPr>
        <p:spPr>
          <a:xfrm>
            <a:off x="5265420" y="2179320"/>
            <a:ext cx="228600" cy="0"/>
          </a:xfrm>
          <a:prstGeom prst="line">
            <a:avLst/>
          </a:prstGeom>
          <a:noFill/>
          <a:ln w="10160">
            <a:solidFill>
              <a:srgbClr val="142033"/>
            </a:solidFill>
            <a:prstDash val="solid"/>
            <a:headEnd type="none"/>
            <a:tailEnd type="none"/>
          </a:ln>
        </p:spPr>
      </p:sp>
      <p:sp>
        <p:nvSpPr>
          <p:cNvPr id="107" name="image01__step2_h_296"/>
          <p:cNvSpPr/>
          <p:nvPr/>
        </p:nvSpPr>
        <p:spPr>
          <a:xfrm>
            <a:off x="5265420" y="2255520"/>
            <a:ext cx="228600" cy="0"/>
          </a:xfrm>
          <a:prstGeom prst="line">
            <a:avLst/>
          </a:prstGeom>
          <a:noFill/>
          <a:ln w="10160">
            <a:solidFill>
              <a:srgbClr val="142033"/>
            </a:solidFill>
            <a:prstDash val="solid"/>
            <a:headEnd type="none"/>
            <a:tailEnd type="none"/>
          </a:ln>
        </p:spPr>
      </p:sp>
      <p:sp>
        <p:nvSpPr>
          <p:cNvPr id="108" name="image01__step3_box1"/>
          <p:cNvSpPr/>
          <p:nvPr/>
        </p:nvSpPr>
        <p:spPr>
          <a:xfrm>
            <a:off x="6225540" y="2080260"/>
            <a:ext cx="137160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42033"/>
            </a:solidFill>
            <a:prstDash val="solid"/>
          </a:ln>
        </p:spPr>
      </p:sp>
      <p:sp>
        <p:nvSpPr>
          <p:cNvPr id="109" name="image01__step3_box2"/>
          <p:cNvSpPr/>
          <p:nvPr/>
        </p:nvSpPr>
        <p:spPr>
          <a:xfrm>
            <a:off x="6393180" y="2080260"/>
            <a:ext cx="137160" cy="274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42033"/>
            </a:solidFill>
            <a:prstDash val="solid"/>
          </a:ln>
        </p:spPr>
      </p:sp>
      <p:sp>
        <p:nvSpPr>
          <p:cNvPr id="110" name="image01__step4_teal"/>
          <p:cNvSpPr/>
          <p:nvPr/>
        </p:nvSpPr>
        <p:spPr>
          <a:xfrm>
            <a:off x="7216140" y="2034540"/>
            <a:ext cx="320040" cy="320040"/>
          </a:xfrm>
          <a:prstGeom prst="rect">
            <a:avLst/>
          </a:prstGeom>
          <a:solidFill>
            <a:srgbClr val="77B9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image01__step4_check1"/>
          <p:cNvSpPr/>
          <p:nvPr/>
        </p:nvSpPr>
        <p:spPr>
          <a:xfrm>
            <a:off x="7284720" y="2194560"/>
            <a:ext cx="68580" cy="76200"/>
          </a:xfrm>
          <a:prstGeom prst="line">
            <a:avLst/>
          </a:prstGeom>
          <a:noFill/>
          <a:ln w="2667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2" name="image01__step4_check2"/>
          <p:cNvSpPr/>
          <p:nvPr/>
        </p:nvSpPr>
        <p:spPr>
          <a:xfrm>
            <a:off x="7353300" y="2118360"/>
            <a:ext cx="121920" cy="152400"/>
          </a:xfrm>
          <a:prstGeom prst="line">
            <a:avLst/>
          </a:prstGeom>
          <a:noFill/>
          <a:ln w="2667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3" name="image01__step_arrow_0"/>
          <p:cNvSpPr/>
          <p:nvPr/>
        </p:nvSpPr>
        <p:spPr>
          <a:xfrm>
            <a:off x="4747260" y="2217420"/>
            <a:ext cx="266700" cy="0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  <a:headEnd type="none"/>
            <a:tailEnd type="triangle"/>
          </a:ln>
        </p:spPr>
      </p:sp>
      <p:sp>
        <p:nvSpPr>
          <p:cNvPr id="114" name="image01__step_arrow_1"/>
          <p:cNvSpPr/>
          <p:nvPr/>
        </p:nvSpPr>
        <p:spPr>
          <a:xfrm>
            <a:off x="5745480" y="2217420"/>
            <a:ext cx="266700" cy="0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  <a:headEnd type="none"/>
            <a:tailEnd type="triangle"/>
          </a:ln>
        </p:spPr>
      </p:sp>
      <p:sp>
        <p:nvSpPr>
          <p:cNvPr id="115" name="image01__step_arrow_2"/>
          <p:cNvSpPr/>
          <p:nvPr/>
        </p:nvSpPr>
        <p:spPr>
          <a:xfrm>
            <a:off x="6743700" y="2217420"/>
            <a:ext cx="266700" cy="0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  <a:headEnd type="none"/>
            <a:tailEnd type="triangle"/>
          </a:ln>
        </p:spPr>
      </p:sp>
      <p:sp>
        <p:nvSpPr>
          <p:cNvPr id="116" name="image01__step_title_0_1"/>
          <p:cNvSpPr txBox="1"/>
          <p:nvPr/>
        </p:nvSpPr>
        <p:spPr>
          <a:xfrm>
            <a:off x="3924300" y="2613660"/>
            <a:ext cx="914400" cy="198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4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OCR 识别文字</a:t>
            </a:r>
            <a:endParaRPr lang="en-US" sz="1340" dirty="0"/>
          </a:p>
        </p:txBody>
      </p:sp>
      <p:sp>
        <p:nvSpPr>
          <p:cNvPr id="117" name="image01__step_desc_0_0"/>
          <p:cNvSpPr txBox="1"/>
          <p:nvPr/>
        </p:nvSpPr>
        <p:spPr>
          <a:xfrm>
            <a:off x="3832860" y="3017520"/>
            <a:ext cx="1097280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从图片中</a:t>
            </a:r>
            <a:endParaRPr lang="en-US" sz="960" dirty="0"/>
          </a:p>
        </p:txBody>
      </p:sp>
      <p:sp>
        <p:nvSpPr>
          <p:cNvPr id="118" name="image01__step_desc_0_1"/>
          <p:cNvSpPr txBox="1"/>
          <p:nvPr/>
        </p:nvSpPr>
        <p:spPr>
          <a:xfrm>
            <a:off x="3832860" y="3169920"/>
            <a:ext cx="1097280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提取文字，</a:t>
            </a:r>
            <a:endParaRPr lang="en-US" sz="960" dirty="0"/>
          </a:p>
        </p:txBody>
      </p:sp>
      <p:sp>
        <p:nvSpPr>
          <p:cNvPr id="119" name="image01__step_desc_0_2"/>
          <p:cNvSpPr txBox="1"/>
          <p:nvPr/>
        </p:nvSpPr>
        <p:spPr>
          <a:xfrm>
            <a:off x="3832860" y="3322320"/>
            <a:ext cx="1097280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尽量保证</a:t>
            </a:r>
            <a:endParaRPr lang="en-US" sz="960" dirty="0"/>
          </a:p>
        </p:txBody>
      </p:sp>
      <p:sp>
        <p:nvSpPr>
          <p:cNvPr id="120" name="image01__step_desc_0_3"/>
          <p:cNvSpPr txBox="1"/>
          <p:nvPr/>
        </p:nvSpPr>
        <p:spPr>
          <a:xfrm>
            <a:off x="3832860" y="3474720"/>
            <a:ext cx="1097280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识别准确。</a:t>
            </a:r>
            <a:endParaRPr lang="en-US" sz="960" dirty="0"/>
          </a:p>
        </p:txBody>
      </p:sp>
      <p:sp>
        <p:nvSpPr>
          <p:cNvPr id="121" name="image01__step_title_1_1"/>
          <p:cNvSpPr txBox="1"/>
          <p:nvPr/>
        </p:nvSpPr>
        <p:spPr>
          <a:xfrm>
            <a:off x="4922520" y="2613660"/>
            <a:ext cx="914400" cy="198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14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版面结构</a:t>
            </a:r>
            <a:endParaRPr lang="en-US" sz="1360" dirty="0"/>
          </a:p>
        </p:txBody>
      </p:sp>
      <p:sp>
        <p:nvSpPr>
          <p:cNvPr id="122" name="image01__step_title_1_2"/>
          <p:cNvSpPr txBox="1"/>
          <p:nvPr/>
        </p:nvSpPr>
        <p:spPr>
          <a:xfrm>
            <a:off x="4815840" y="2788920"/>
            <a:ext cx="1127760" cy="198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14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</a:t>
            </a:r>
            <a:endParaRPr lang="en-US" sz="1360" dirty="0"/>
          </a:p>
        </p:txBody>
      </p:sp>
      <p:sp>
        <p:nvSpPr>
          <p:cNvPr id="123" name="image01__step_desc_1_0"/>
          <p:cNvSpPr txBox="1"/>
          <p:nvPr/>
        </p:nvSpPr>
        <p:spPr>
          <a:xfrm>
            <a:off x="4831080" y="3078480"/>
            <a:ext cx="1097280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识别页面结构、</a:t>
            </a:r>
            <a:endParaRPr lang="en-US" sz="960" dirty="0"/>
          </a:p>
        </p:txBody>
      </p:sp>
      <p:sp>
        <p:nvSpPr>
          <p:cNvPr id="124" name="image01__step_desc_1_1"/>
          <p:cNvSpPr txBox="1"/>
          <p:nvPr/>
        </p:nvSpPr>
        <p:spPr>
          <a:xfrm>
            <a:off x="4831080" y="3230880"/>
            <a:ext cx="1097280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区域划分与</a:t>
            </a:r>
            <a:endParaRPr lang="en-US" sz="960" dirty="0"/>
          </a:p>
        </p:txBody>
      </p:sp>
      <p:sp>
        <p:nvSpPr>
          <p:cNvPr id="125" name="image01__step_desc_1_2"/>
          <p:cNvSpPr txBox="1"/>
          <p:nvPr/>
        </p:nvSpPr>
        <p:spPr>
          <a:xfrm>
            <a:off x="4831080" y="3383280"/>
            <a:ext cx="1097280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阅读顺序。</a:t>
            </a:r>
            <a:endParaRPr lang="en-US" sz="960" dirty="0"/>
          </a:p>
        </p:txBody>
      </p:sp>
      <p:sp>
        <p:nvSpPr>
          <p:cNvPr id="126" name="image01__step_title_2_1"/>
          <p:cNvSpPr txBox="1"/>
          <p:nvPr/>
        </p:nvSpPr>
        <p:spPr>
          <a:xfrm>
            <a:off x="5920740" y="2613660"/>
            <a:ext cx="914400" cy="198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4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重建文字与</a:t>
            </a:r>
            <a:endParaRPr lang="en-US" sz="1320" dirty="0"/>
          </a:p>
        </p:txBody>
      </p:sp>
      <p:sp>
        <p:nvSpPr>
          <p:cNvPr id="127" name="image01__step_title_2_2"/>
          <p:cNvSpPr txBox="1"/>
          <p:nvPr/>
        </p:nvSpPr>
        <p:spPr>
          <a:xfrm>
            <a:off x="5814060" y="2788920"/>
            <a:ext cx="1127760" cy="198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4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形状</a:t>
            </a:r>
            <a:endParaRPr lang="en-US" sz="1320" dirty="0"/>
          </a:p>
        </p:txBody>
      </p:sp>
      <p:sp>
        <p:nvSpPr>
          <p:cNvPr id="128" name="image01__step_desc_2_0"/>
          <p:cNvSpPr txBox="1"/>
          <p:nvPr/>
        </p:nvSpPr>
        <p:spPr>
          <a:xfrm>
            <a:off x="5829300" y="3017520"/>
            <a:ext cx="1097280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将文字框、图表</a:t>
            </a:r>
            <a:endParaRPr lang="en-US" sz="960" dirty="0"/>
          </a:p>
        </p:txBody>
      </p:sp>
      <p:sp>
        <p:nvSpPr>
          <p:cNvPr id="129" name="image01__step_desc_2_1"/>
          <p:cNvSpPr txBox="1"/>
          <p:nvPr/>
        </p:nvSpPr>
        <p:spPr>
          <a:xfrm>
            <a:off x="5829300" y="3169920"/>
            <a:ext cx="1097280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和简单几何</a:t>
            </a:r>
            <a:endParaRPr lang="en-US" sz="960" dirty="0"/>
          </a:p>
        </p:txBody>
      </p:sp>
      <p:sp>
        <p:nvSpPr>
          <p:cNvPr id="130" name="image01__step_desc_2_2"/>
          <p:cNvSpPr txBox="1"/>
          <p:nvPr/>
        </p:nvSpPr>
        <p:spPr>
          <a:xfrm>
            <a:off x="5829300" y="3322320"/>
            <a:ext cx="1097280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重建为可编辑</a:t>
            </a:r>
            <a:endParaRPr lang="en-US" sz="960" dirty="0"/>
          </a:p>
        </p:txBody>
      </p:sp>
      <p:sp>
        <p:nvSpPr>
          <p:cNvPr id="131" name="image01__step_desc_2_3"/>
          <p:cNvSpPr txBox="1"/>
          <p:nvPr/>
        </p:nvSpPr>
        <p:spPr>
          <a:xfrm>
            <a:off x="5829300" y="3474720"/>
            <a:ext cx="1097280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对象。</a:t>
            </a:r>
            <a:endParaRPr lang="en-US" sz="960" dirty="0"/>
          </a:p>
        </p:txBody>
      </p:sp>
      <p:sp>
        <p:nvSpPr>
          <p:cNvPr id="132" name="image01__step_title_3_1"/>
          <p:cNvSpPr txBox="1"/>
          <p:nvPr/>
        </p:nvSpPr>
        <p:spPr>
          <a:xfrm>
            <a:off x="6918960" y="2613660"/>
            <a:ext cx="914400" cy="198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14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渲染校验</a:t>
            </a:r>
            <a:endParaRPr lang="en-US" sz="1360" dirty="0"/>
          </a:p>
        </p:txBody>
      </p:sp>
      <p:sp>
        <p:nvSpPr>
          <p:cNvPr id="133" name="image01__step_desc_3_0"/>
          <p:cNvSpPr txBox="1"/>
          <p:nvPr/>
        </p:nvSpPr>
        <p:spPr>
          <a:xfrm>
            <a:off x="6827520" y="3078480"/>
            <a:ext cx="1097280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对比渲染结果，</a:t>
            </a:r>
            <a:endParaRPr lang="en-US" sz="960" dirty="0"/>
          </a:p>
        </p:txBody>
      </p:sp>
      <p:sp>
        <p:nvSpPr>
          <p:cNvPr id="134" name="image01__step_desc_3_1"/>
          <p:cNvSpPr txBox="1"/>
          <p:nvPr/>
        </p:nvSpPr>
        <p:spPr>
          <a:xfrm>
            <a:off x="6827520" y="3230880"/>
            <a:ext cx="1097280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确保尽量忠实</a:t>
            </a:r>
            <a:endParaRPr lang="en-US" sz="960" dirty="0"/>
          </a:p>
        </p:txBody>
      </p:sp>
      <p:sp>
        <p:nvSpPr>
          <p:cNvPr id="135" name="image01__step_desc_3_2"/>
          <p:cNvSpPr txBox="1"/>
          <p:nvPr/>
        </p:nvSpPr>
        <p:spPr>
          <a:xfrm>
            <a:off x="6827520" y="3383280"/>
            <a:ext cx="1097280" cy="152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于原图。</a:t>
            </a:r>
            <a:endParaRPr lang="en-US" sz="960" dirty="0"/>
          </a:p>
        </p:txBody>
      </p:sp>
      <p:sp>
        <p:nvSpPr>
          <p:cNvPr id="136" name="image01__arrow_how_output"/>
          <p:cNvSpPr/>
          <p:nvPr/>
        </p:nvSpPr>
        <p:spPr>
          <a:xfrm>
            <a:off x="7985760" y="2628900"/>
            <a:ext cx="91440" cy="0"/>
          </a:xfrm>
          <a:prstGeom prst="line">
            <a:avLst/>
          </a:prstGeom>
          <a:noFill/>
          <a:ln w="13970">
            <a:solidFill>
              <a:srgbClr val="A8A8A8"/>
            </a:solidFill>
            <a:prstDash val="solid"/>
            <a:headEnd type="none"/>
            <a:tailEnd type="triangle"/>
          </a:ln>
        </p:spPr>
      </p:sp>
      <p:sp>
        <p:nvSpPr>
          <p:cNvPr id="137" name="image01__output_preview"/>
          <p:cNvSpPr/>
          <p:nvPr/>
        </p:nvSpPr>
        <p:spPr>
          <a:xfrm>
            <a:off x="8267700" y="1645920"/>
            <a:ext cx="3604260" cy="1447800"/>
          </a:xfrm>
          <a:prstGeom prst="rect">
            <a:avLst/>
          </a:prstGeom>
          <a:solidFill>
            <a:srgbClr val="FFFFFF"/>
          </a:solidFill>
          <a:ln w="11430">
            <a:solidFill>
              <a:srgbClr val="D0D0D0"/>
            </a:solidFill>
            <a:prstDash val="solid"/>
          </a:ln>
        </p:spPr>
      </p:sp>
      <p:sp>
        <p:nvSpPr>
          <p:cNvPr id="138" name="image01__out_ribbon_blue"/>
          <p:cNvSpPr/>
          <p:nvPr/>
        </p:nvSpPr>
        <p:spPr>
          <a:xfrm>
            <a:off x="11635740" y="1645920"/>
            <a:ext cx="236220" cy="236220"/>
          </a:xfrm>
          <a:prstGeom prst="rtTriangle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image01__out_ribbon_green"/>
          <p:cNvSpPr/>
          <p:nvPr/>
        </p:nvSpPr>
        <p:spPr>
          <a:xfrm>
            <a:off x="11757660" y="1645920"/>
            <a:ext cx="114300" cy="114300"/>
          </a:xfrm>
          <a:prstGeom prst="rtTriangle">
            <a:avLst/>
          </a:prstGeom>
          <a:solidFill>
            <a:srgbClr val="65B5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image01__out_chart_title"/>
          <p:cNvSpPr txBox="1"/>
          <p:nvPr/>
        </p:nvSpPr>
        <p:spPr>
          <a:xfrm>
            <a:off x="8412480" y="1790700"/>
            <a:ext cx="1295400" cy="167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4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市场增长展望</a:t>
            </a:r>
            <a:endParaRPr lang="en-US" sz="1060" dirty="0"/>
          </a:p>
        </p:txBody>
      </p:sp>
      <p:sp>
        <p:nvSpPr>
          <p:cNvPr id="141" name="image01__out_chart_sub1"/>
          <p:cNvSpPr txBox="1"/>
          <p:nvPr/>
        </p:nvSpPr>
        <p:spPr>
          <a:xfrm>
            <a:off x="8412480" y="1958340"/>
            <a:ext cx="1447800" cy="1219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7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未来五年全球市场预计</a:t>
            </a:r>
            <a:endParaRPr lang="en-US" sz="770" dirty="0"/>
          </a:p>
        </p:txBody>
      </p:sp>
      <p:sp>
        <p:nvSpPr>
          <p:cNvPr id="142" name="image01__out_chart_sub2"/>
          <p:cNvSpPr txBox="1"/>
          <p:nvPr/>
        </p:nvSpPr>
        <p:spPr>
          <a:xfrm>
            <a:off x="8412480" y="2072640"/>
            <a:ext cx="1066800" cy="1219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7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保持强劲增长。</a:t>
            </a:r>
            <a:endParaRPr lang="en-US" sz="770" dirty="0"/>
          </a:p>
        </p:txBody>
      </p:sp>
      <p:sp>
        <p:nvSpPr>
          <p:cNvPr id="143" name="image01__om1_circle"/>
          <p:cNvSpPr/>
          <p:nvPr/>
        </p:nvSpPr>
        <p:spPr>
          <a:xfrm>
            <a:off x="8420100" y="2217420"/>
            <a:ext cx="182880" cy="182880"/>
          </a:xfrm>
          <a:prstGeom prst="ellipse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image01__om2_circle"/>
          <p:cNvSpPr/>
          <p:nvPr/>
        </p:nvSpPr>
        <p:spPr>
          <a:xfrm>
            <a:off x="8420100" y="2484120"/>
            <a:ext cx="182880" cy="182880"/>
          </a:xfrm>
          <a:prstGeom prst="ellipse">
            <a:avLst/>
          </a:prstGeom>
          <a:solidFill>
            <a:srgbClr val="65B53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image01__om3_circle"/>
          <p:cNvSpPr/>
          <p:nvPr/>
        </p:nvSpPr>
        <p:spPr>
          <a:xfrm>
            <a:off x="8420100" y="2682240"/>
            <a:ext cx="182880" cy="182880"/>
          </a:xfrm>
          <a:prstGeom prst="ellipse">
            <a:avLst/>
          </a:prstGeom>
          <a:solidFill>
            <a:srgbClr val="7665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image01__om1_l1"/>
          <p:cNvSpPr/>
          <p:nvPr/>
        </p:nvSpPr>
        <p:spPr>
          <a:xfrm>
            <a:off x="8458200" y="2293620"/>
            <a:ext cx="38100" cy="4572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47" name="image01__om1_l2"/>
          <p:cNvSpPr/>
          <p:nvPr/>
        </p:nvSpPr>
        <p:spPr>
          <a:xfrm>
            <a:off x="8496300" y="2293620"/>
            <a:ext cx="38100" cy="2286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48" name="image01__om1_l3"/>
          <p:cNvSpPr/>
          <p:nvPr/>
        </p:nvSpPr>
        <p:spPr>
          <a:xfrm>
            <a:off x="8534400" y="2247900"/>
            <a:ext cx="45720" cy="6858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49" name="image01__om1_label"/>
          <p:cNvSpPr txBox="1"/>
          <p:nvPr/>
        </p:nvSpPr>
        <p:spPr>
          <a:xfrm>
            <a:off x="8663940" y="2194560"/>
            <a:ext cx="129540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复合增长率（2024—2029）</a:t>
            </a:r>
            <a:endParaRPr lang="en-US" sz="670" dirty="0"/>
          </a:p>
        </p:txBody>
      </p:sp>
      <p:sp>
        <p:nvSpPr>
          <p:cNvPr id="150" name="image01__om1_value"/>
          <p:cNvSpPr txBox="1"/>
          <p:nvPr/>
        </p:nvSpPr>
        <p:spPr>
          <a:xfrm>
            <a:off x="8663940" y="2301240"/>
            <a:ext cx="457200" cy="1219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82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8.7%</a:t>
            </a:r>
            <a:endParaRPr lang="en-US" sz="900" dirty="0"/>
          </a:p>
        </p:txBody>
      </p:sp>
      <p:sp>
        <p:nvSpPr>
          <p:cNvPr id="151" name="image01__om2_label"/>
          <p:cNvSpPr txBox="1"/>
          <p:nvPr/>
        </p:nvSpPr>
        <p:spPr>
          <a:xfrm>
            <a:off x="8663940" y="2461260"/>
            <a:ext cx="110490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90" b="1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2029年市场规模</a:t>
            </a:r>
            <a:endParaRPr lang="en-US" sz="690" dirty="0"/>
          </a:p>
        </p:txBody>
      </p:sp>
      <p:sp>
        <p:nvSpPr>
          <p:cNvPr id="152" name="image01__om2_value"/>
          <p:cNvSpPr txBox="1"/>
          <p:nvPr/>
        </p:nvSpPr>
        <p:spPr>
          <a:xfrm>
            <a:off x="8663940" y="2552700"/>
            <a:ext cx="457200" cy="114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5B5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$1.2T</a:t>
            </a:r>
            <a:endParaRPr lang="en-US" sz="850" dirty="0"/>
          </a:p>
        </p:txBody>
      </p:sp>
      <p:sp>
        <p:nvSpPr>
          <p:cNvPr id="153" name="image01__om3_label"/>
          <p:cNvSpPr txBox="1"/>
          <p:nvPr/>
        </p:nvSpPr>
        <p:spPr>
          <a:xfrm>
            <a:off x="8663940" y="2674620"/>
            <a:ext cx="647700" cy="990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重点区域</a:t>
            </a:r>
            <a:endParaRPr lang="en-US" sz="670" dirty="0"/>
          </a:p>
        </p:txBody>
      </p:sp>
      <p:sp>
        <p:nvSpPr>
          <p:cNvPr id="154" name="image01__om3_value"/>
          <p:cNvSpPr txBox="1"/>
          <p:nvPr/>
        </p:nvSpPr>
        <p:spPr>
          <a:xfrm>
            <a:off x="8663940" y="2781300"/>
            <a:ext cx="1143000" cy="990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7665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北美、欧洲、亚太</a:t>
            </a:r>
            <a:endParaRPr lang="en-US" sz="670" dirty="0"/>
          </a:p>
        </p:txBody>
      </p:sp>
      <p:sp>
        <p:nvSpPr>
          <p:cNvPr id="155" name="image01__out_bar_title"/>
          <p:cNvSpPr txBox="1"/>
          <p:nvPr/>
        </p:nvSpPr>
        <p:spPr>
          <a:xfrm>
            <a:off x="10363200" y="1889760"/>
            <a:ext cx="12954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4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市场规模（十亿美元）</a:t>
            </a:r>
            <a:endParaRPr lang="en-US" sz="740" dirty="0"/>
          </a:p>
        </p:txBody>
      </p:sp>
      <p:sp>
        <p:nvSpPr>
          <p:cNvPr id="156" name="image01__out_grid_0"/>
          <p:cNvSpPr/>
          <p:nvPr/>
        </p:nvSpPr>
        <p:spPr>
          <a:xfrm>
            <a:off x="10386060" y="2156460"/>
            <a:ext cx="1333500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157" name="image01__out_grid_1"/>
          <p:cNvSpPr/>
          <p:nvPr/>
        </p:nvSpPr>
        <p:spPr>
          <a:xfrm>
            <a:off x="10386060" y="2339340"/>
            <a:ext cx="1333500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158" name="image01__out_grid_2"/>
          <p:cNvSpPr/>
          <p:nvPr/>
        </p:nvSpPr>
        <p:spPr>
          <a:xfrm>
            <a:off x="10386060" y="2522220"/>
            <a:ext cx="1333500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159" name="image01__out_grid_3"/>
          <p:cNvSpPr/>
          <p:nvPr/>
        </p:nvSpPr>
        <p:spPr>
          <a:xfrm>
            <a:off x="10386060" y="2705100"/>
            <a:ext cx="1333500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160" name="image01__out_grid_4"/>
          <p:cNvSpPr/>
          <p:nvPr/>
        </p:nvSpPr>
        <p:spPr>
          <a:xfrm>
            <a:off x="10386060" y="2887980"/>
            <a:ext cx="1333500" cy="0"/>
          </a:xfrm>
          <a:prstGeom prst="line">
            <a:avLst/>
          </a:prstGeom>
          <a:noFill/>
          <a:ln w="7620">
            <a:solidFill>
              <a:srgbClr val="E2E2E2"/>
            </a:solidFill>
            <a:prstDash val="solid"/>
            <a:headEnd type="none"/>
            <a:tailEnd type="none"/>
          </a:ln>
        </p:spPr>
      </p:sp>
      <p:sp>
        <p:nvSpPr>
          <p:cNvPr id="161" name="image01__out_bar_0"/>
          <p:cNvSpPr/>
          <p:nvPr/>
        </p:nvSpPr>
        <p:spPr>
          <a:xfrm>
            <a:off x="10553700" y="2727960"/>
            <a:ext cx="121920" cy="182880"/>
          </a:xfrm>
          <a:prstGeom prst="rect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image01__out_bar_1"/>
          <p:cNvSpPr/>
          <p:nvPr/>
        </p:nvSpPr>
        <p:spPr>
          <a:xfrm>
            <a:off x="10797540" y="2621280"/>
            <a:ext cx="121920" cy="289560"/>
          </a:xfrm>
          <a:prstGeom prst="rect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image01__out_bar_2"/>
          <p:cNvSpPr/>
          <p:nvPr/>
        </p:nvSpPr>
        <p:spPr>
          <a:xfrm>
            <a:off x="11041380" y="2499360"/>
            <a:ext cx="121920" cy="411480"/>
          </a:xfrm>
          <a:prstGeom prst="rect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image01__out_bar_3"/>
          <p:cNvSpPr/>
          <p:nvPr/>
        </p:nvSpPr>
        <p:spPr>
          <a:xfrm>
            <a:off x="11285220" y="2346960"/>
            <a:ext cx="121920" cy="563880"/>
          </a:xfrm>
          <a:prstGeom prst="rect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image01__out_bar_4"/>
          <p:cNvSpPr/>
          <p:nvPr/>
        </p:nvSpPr>
        <p:spPr>
          <a:xfrm>
            <a:off x="11529060" y="2164080"/>
            <a:ext cx="121920" cy="746760"/>
          </a:xfrm>
          <a:prstGeom prst="rect">
            <a:avLst/>
          </a:prstGeom>
          <a:solidFill>
            <a:srgbClr val="2A82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image01__out_year_0"/>
          <p:cNvSpPr txBox="1"/>
          <p:nvPr/>
        </p:nvSpPr>
        <p:spPr>
          <a:xfrm>
            <a:off x="10500360" y="2918460"/>
            <a:ext cx="23622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2024</a:t>
            </a:r>
            <a:endParaRPr lang="en-US" sz="650" dirty="0"/>
          </a:p>
        </p:txBody>
      </p:sp>
      <p:sp>
        <p:nvSpPr>
          <p:cNvPr id="167" name="image01__out_year_1"/>
          <p:cNvSpPr txBox="1"/>
          <p:nvPr/>
        </p:nvSpPr>
        <p:spPr>
          <a:xfrm>
            <a:off x="10744200" y="2918460"/>
            <a:ext cx="23622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</a:t>
            </a:r>
            <a:endParaRPr lang="en-US" sz="650" dirty="0"/>
          </a:p>
        </p:txBody>
      </p:sp>
      <p:sp>
        <p:nvSpPr>
          <p:cNvPr id="168" name="image01__out_year_2"/>
          <p:cNvSpPr txBox="1"/>
          <p:nvPr/>
        </p:nvSpPr>
        <p:spPr>
          <a:xfrm>
            <a:off x="10988040" y="2918460"/>
            <a:ext cx="23622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</a:t>
            </a:r>
            <a:endParaRPr lang="en-US" sz="650" dirty="0"/>
          </a:p>
        </p:txBody>
      </p:sp>
      <p:sp>
        <p:nvSpPr>
          <p:cNvPr id="169" name="image01__out_year_3"/>
          <p:cNvSpPr txBox="1"/>
          <p:nvPr/>
        </p:nvSpPr>
        <p:spPr>
          <a:xfrm>
            <a:off x="11231880" y="2918460"/>
            <a:ext cx="23622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2027</a:t>
            </a:r>
            <a:endParaRPr lang="en-US" sz="650" dirty="0"/>
          </a:p>
        </p:txBody>
      </p:sp>
      <p:sp>
        <p:nvSpPr>
          <p:cNvPr id="170" name="image01__out_year_4"/>
          <p:cNvSpPr txBox="1"/>
          <p:nvPr/>
        </p:nvSpPr>
        <p:spPr>
          <a:xfrm>
            <a:off x="11475720" y="2918460"/>
            <a:ext cx="23622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2028</a:t>
            </a:r>
            <a:endParaRPr lang="en-US" sz="650" dirty="0"/>
          </a:p>
        </p:txBody>
      </p:sp>
      <p:sp>
        <p:nvSpPr>
          <p:cNvPr id="171" name="image01__out_inner_edit"/>
          <p:cNvSpPr/>
          <p:nvPr/>
        </p:nvSpPr>
        <p:spPr>
          <a:xfrm>
            <a:off x="8351520" y="2926080"/>
            <a:ext cx="1676400" cy="137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6B0B"/>
            </a:solidFill>
            <a:prstDash val="solid"/>
          </a:ln>
        </p:spPr>
      </p:sp>
      <p:sp>
        <p:nvSpPr>
          <p:cNvPr id="172" name="image01__out_inner_edit_t"/>
          <p:cNvSpPr txBox="1"/>
          <p:nvPr/>
        </p:nvSpPr>
        <p:spPr>
          <a:xfrm>
            <a:off x="8382000" y="2933700"/>
            <a:ext cx="161544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3C3C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可编辑文本</a:t>
            </a:r>
            <a:endParaRPr lang="en-US" sz="740" dirty="0"/>
          </a:p>
        </p:txBody>
      </p:sp>
      <p:sp>
        <p:nvSpPr>
          <p:cNvPr id="173" name="image01__out_inner_native"/>
          <p:cNvSpPr/>
          <p:nvPr/>
        </p:nvSpPr>
        <p:spPr>
          <a:xfrm>
            <a:off x="10096500" y="2926080"/>
            <a:ext cx="1676400" cy="137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6B0B"/>
            </a:solidFill>
            <a:prstDash val="solid"/>
          </a:ln>
        </p:spPr>
      </p:sp>
      <p:sp>
        <p:nvSpPr>
          <p:cNvPr id="174" name="image01__out_inner_native_t"/>
          <p:cNvSpPr txBox="1"/>
          <p:nvPr/>
        </p:nvSpPr>
        <p:spPr>
          <a:xfrm>
            <a:off x="10126980" y="2933700"/>
            <a:ext cx="1615440" cy="1066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3C3C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原生形状</a:t>
            </a:r>
            <a:endParaRPr lang="en-US" sz="740" dirty="0"/>
          </a:p>
        </p:txBody>
      </p:sp>
      <p:sp>
        <p:nvSpPr>
          <p:cNvPr id="175" name="image01__out_tag_edit_shadow"/>
          <p:cNvSpPr/>
          <p:nvPr/>
        </p:nvSpPr>
        <p:spPr>
          <a:xfrm>
            <a:off x="8343900" y="3505200"/>
            <a:ext cx="1676400" cy="28956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image01__out_tag_edit"/>
          <p:cNvSpPr/>
          <p:nvPr/>
        </p:nvSpPr>
        <p:spPr>
          <a:xfrm>
            <a:off x="8305800" y="3459480"/>
            <a:ext cx="1676400" cy="289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B0B"/>
            </a:solidFill>
            <a:prstDash val="solid"/>
          </a:ln>
        </p:spPr>
      </p:sp>
      <p:sp>
        <p:nvSpPr>
          <p:cNvPr id="177" name="image01__out_tag_edit_t"/>
          <p:cNvSpPr txBox="1"/>
          <p:nvPr/>
        </p:nvSpPr>
        <p:spPr>
          <a:xfrm>
            <a:off x="8366760" y="3512820"/>
            <a:ext cx="155448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030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可编辑文本</a:t>
            </a:r>
            <a:endParaRPr lang="en-US" sz="1100" dirty="0"/>
          </a:p>
        </p:txBody>
      </p:sp>
      <p:sp>
        <p:nvSpPr>
          <p:cNvPr id="178" name="image01__out_tag_native_shadow"/>
          <p:cNvSpPr/>
          <p:nvPr/>
        </p:nvSpPr>
        <p:spPr>
          <a:xfrm>
            <a:off x="10126980" y="3505200"/>
            <a:ext cx="1676400" cy="28956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image01__out_tag_native"/>
          <p:cNvSpPr/>
          <p:nvPr/>
        </p:nvSpPr>
        <p:spPr>
          <a:xfrm>
            <a:off x="10088880" y="3459480"/>
            <a:ext cx="1676400" cy="289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B0B"/>
            </a:solidFill>
            <a:prstDash val="solid"/>
          </a:ln>
        </p:spPr>
      </p:sp>
      <p:sp>
        <p:nvSpPr>
          <p:cNvPr id="180" name="image01__out_tag_native_t"/>
          <p:cNvSpPr txBox="1"/>
          <p:nvPr/>
        </p:nvSpPr>
        <p:spPr>
          <a:xfrm>
            <a:off x="10149840" y="3512820"/>
            <a:ext cx="155448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030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原生形状</a:t>
            </a:r>
            <a:endParaRPr lang="en-US" sz="1100" dirty="0"/>
          </a:p>
        </p:txBody>
      </p:sp>
      <p:sp>
        <p:nvSpPr>
          <p:cNvPr id="181" name="image01__out_tag_white_shadow"/>
          <p:cNvSpPr/>
          <p:nvPr/>
        </p:nvSpPr>
        <p:spPr>
          <a:xfrm>
            <a:off x="8343900" y="3893820"/>
            <a:ext cx="1676400" cy="28956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image01__out_tag_white"/>
          <p:cNvSpPr/>
          <p:nvPr/>
        </p:nvSpPr>
        <p:spPr>
          <a:xfrm>
            <a:off x="8305800" y="3848100"/>
            <a:ext cx="1676400" cy="289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B0B"/>
            </a:solidFill>
            <a:prstDash val="solid"/>
          </a:ln>
        </p:spPr>
      </p:sp>
      <p:sp>
        <p:nvSpPr>
          <p:cNvPr id="183" name="image01__out_tag_white_t"/>
          <p:cNvSpPr txBox="1"/>
          <p:nvPr/>
        </p:nvSpPr>
        <p:spPr>
          <a:xfrm>
            <a:off x="8366760" y="3901440"/>
            <a:ext cx="155448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030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纯白背景</a:t>
            </a:r>
            <a:endParaRPr lang="en-US" sz="1100" dirty="0"/>
          </a:p>
        </p:txBody>
      </p:sp>
      <p:sp>
        <p:nvSpPr>
          <p:cNvPr id="184" name="image01__out_tag_layout_shadow"/>
          <p:cNvSpPr/>
          <p:nvPr/>
        </p:nvSpPr>
        <p:spPr>
          <a:xfrm>
            <a:off x="10126980" y="3893820"/>
            <a:ext cx="1676400" cy="28956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image01__out_tag_layout"/>
          <p:cNvSpPr/>
          <p:nvPr/>
        </p:nvSpPr>
        <p:spPr>
          <a:xfrm>
            <a:off x="10088880" y="3848100"/>
            <a:ext cx="1676400" cy="289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B0B"/>
            </a:solidFill>
            <a:prstDash val="solid"/>
          </a:ln>
        </p:spPr>
      </p:sp>
      <p:sp>
        <p:nvSpPr>
          <p:cNvPr id="186" name="image01__out_tag_layout_t"/>
          <p:cNvSpPr txBox="1"/>
          <p:nvPr/>
        </p:nvSpPr>
        <p:spPr>
          <a:xfrm>
            <a:off x="10149840" y="3901440"/>
            <a:ext cx="155448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030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忠实布局</a:t>
            </a:r>
            <a:endParaRPr lang="en-US" sz="1100" dirty="0"/>
          </a:p>
        </p:txBody>
      </p:sp>
      <p:sp>
        <p:nvSpPr>
          <p:cNvPr id="187" name="image01__why_icon_1"/>
          <p:cNvSpPr/>
          <p:nvPr/>
        </p:nvSpPr>
        <p:spPr>
          <a:xfrm>
            <a:off x="205740" y="4495800"/>
            <a:ext cx="129540" cy="0"/>
          </a:xfrm>
          <a:prstGeom prst="line">
            <a:avLst/>
          </a:prstGeom>
          <a:noFill/>
          <a:ln w="2159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188" name="image01__why_icon_2"/>
          <p:cNvSpPr/>
          <p:nvPr/>
        </p:nvSpPr>
        <p:spPr>
          <a:xfrm>
            <a:off x="205740" y="4556760"/>
            <a:ext cx="129540" cy="0"/>
          </a:xfrm>
          <a:prstGeom prst="line">
            <a:avLst/>
          </a:prstGeom>
          <a:noFill/>
          <a:ln w="2159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189" name="image01__why_icon_3"/>
          <p:cNvSpPr/>
          <p:nvPr/>
        </p:nvSpPr>
        <p:spPr>
          <a:xfrm>
            <a:off x="205740" y="4617720"/>
            <a:ext cx="129540" cy="0"/>
          </a:xfrm>
          <a:prstGeom prst="line">
            <a:avLst/>
          </a:prstGeom>
          <a:noFill/>
          <a:ln w="2159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190" name="image01__why_header"/>
          <p:cNvSpPr txBox="1"/>
          <p:nvPr/>
        </p:nvSpPr>
        <p:spPr>
          <a:xfrm>
            <a:off x="396240" y="4404360"/>
            <a:ext cx="1600200" cy="2895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05A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为什么有用</a:t>
            </a:r>
            <a:endParaRPr lang="en-US" sz="1950" dirty="0"/>
          </a:p>
        </p:txBody>
      </p:sp>
      <p:sp>
        <p:nvSpPr>
          <p:cNvPr id="191" name="image01__card_shadow_0"/>
          <p:cNvSpPr/>
          <p:nvPr/>
        </p:nvSpPr>
        <p:spPr>
          <a:xfrm>
            <a:off x="137160" y="4770120"/>
            <a:ext cx="2903220" cy="97536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image01__card_0"/>
          <p:cNvSpPr/>
          <p:nvPr/>
        </p:nvSpPr>
        <p:spPr>
          <a:xfrm>
            <a:off x="91440" y="4724400"/>
            <a:ext cx="2903220" cy="9753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D2D2"/>
            </a:solidFill>
            <a:prstDash val="solid"/>
          </a:ln>
        </p:spPr>
      </p:sp>
      <p:sp>
        <p:nvSpPr>
          <p:cNvPr id="193" name="image01__card_icon_bg_0"/>
          <p:cNvSpPr/>
          <p:nvPr/>
        </p:nvSpPr>
        <p:spPr>
          <a:xfrm>
            <a:off x="304800" y="4892040"/>
            <a:ext cx="502920" cy="502920"/>
          </a:xfrm>
          <a:prstGeom prst="ellipse">
            <a:avLst/>
          </a:prstGeom>
          <a:solidFill>
            <a:srgbClr val="FF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image01__card_shadow_1"/>
          <p:cNvSpPr/>
          <p:nvPr/>
        </p:nvSpPr>
        <p:spPr>
          <a:xfrm>
            <a:off x="3162300" y="4770120"/>
            <a:ext cx="2903220" cy="97536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image01__card_1"/>
          <p:cNvSpPr/>
          <p:nvPr/>
        </p:nvSpPr>
        <p:spPr>
          <a:xfrm>
            <a:off x="3116580" y="4724400"/>
            <a:ext cx="2903220" cy="9753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D2D2"/>
            </a:solidFill>
            <a:prstDash val="solid"/>
          </a:ln>
        </p:spPr>
      </p:sp>
      <p:sp>
        <p:nvSpPr>
          <p:cNvPr id="196" name="image01__card_icon_bg_1"/>
          <p:cNvSpPr/>
          <p:nvPr/>
        </p:nvSpPr>
        <p:spPr>
          <a:xfrm>
            <a:off x="3329940" y="4892040"/>
            <a:ext cx="502920" cy="502920"/>
          </a:xfrm>
          <a:prstGeom prst="ellipse">
            <a:avLst/>
          </a:prstGeom>
          <a:solidFill>
            <a:srgbClr val="E9F8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image01__card_shadow_2"/>
          <p:cNvSpPr/>
          <p:nvPr/>
        </p:nvSpPr>
        <p:spPr>
          <a:xfrm>
            <a:off x="6187440" y="4770120"/>
            <a:ext cx="2903220" cy="97536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image01__card_2"/>
          <p:cNvSpPr/>
          <p:nvPr/>
        </p:nvSpPr>
        <p:spPr>
          <a:xfrm>
            <a:off x="6141720" y="4724400"/>
            <a:ext cx="2903220" cy="9753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D2D2"/>
            </a:solidFill>
            <a:prstDash val="solid"/>
          </a:ln>
        </p:spPr>
      </p:sp>
      <p:sp>
        <p:nvSpPr>
          <p:cNvPr id="199" name="image01__card_icon_bg_2"/>
          <p:cNvSpPr/>
          <p:nvPr/>
        </p:nvSpPr>
        <p:spPr>
          <a:xfrm>
            <a:off x="6355080" y="4892040"/>
            <a:ext cx="502920" cy="502920"/>
          </a:xfrm>
          <a:prstGeom prst="ellipse">
            <a:avLst/>
          </a:prstGeom>
          <a:solidFill>
            <a:srgbClr val="EAF3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image01__card_shadow_3"/>
          <p:cNvSpPr/>
          <p:nvPr/>
        </p:nvSpPr>
        <p:spPr>
          <a:xfrm>
            <a:off x="9212580" y="4770120"/>
            <a:ext cx="2903220" cy="97536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image01__card_3"/>
          <p:cNvSpPr/>
          <p:nvPr/>
        </p:nvSpPr>
        <p:spPr>
          <a:xfrm>
            <a:off x="9166860" y="4724400"/>
            <a:ext cx="2903220" cy="9753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2D2D2"/>
            </a:solidFill>
            <a:prstDash val="solid"/>
          </a:ln>
        </p:spPr>
      </p:sp>
      <p:sp>
        <p:nvSpPr>
          <p:cNvPr id="202" name="image01__card_icon_bg_3"/>
          <p:cNvSpPr/>
          <p:nvPr/>
        </p:nvSpPr>
        <p:spPr>
          <a:xfrm>
            <a:off x="9380220" y="4892040"/>
            <a:ext cx="502920" cy="502920"/>
          </a:xfrm>
          <a:prstGeom prst="ellipse">
            <a:avLst/>
          </a:prstGeom>
          <a:solidFill>
            <a:srgbClr val="F3E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image01__card0_copy_back"/>
          <p:cNvSpPr/>
          <p:nvPr/>
        </p:nvSpPr>
        <p:spPr>
          <a:xfrm>
            <a:off x="342900" y="5029200"/>
            <a:ext cx="152400" cy="21336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6B0B"/>
            </a:solidFill>
            <a:prstDash val="solid"/>
          </a:ln>
        </p:spPr>
      </p:sp>
      <p:sp>
        <p:nvSpPr>
          <p:cNvPr id="204" name="image01__card0_copy_front"/>
          <p:cNvSpPr/>
          <p:nvPr/>
        </p:nvSpPr>
        <p:spPr>
          <a:xfrm>
            <a:off x="388620" y="4983480"/>
            <a:ext cx="152400" cy="21336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6B0B"/>
            </a:solidFill>
            <a:prstDash val="solid"/>
          </a:ln>
        </p:spPr>
      </p:sp>
      <p:sp>
        <p:nvSpPr>
          <p:cNvPr id="205" name="image01__card1_pencil_body"/>
          <p:cNvSpPr/>
          <p:nvPr/>
        </p:nvSpPr>
        <p:spPr>
          <a:xfrm rot="-2100000">
            <a:off x="3406140" y="4998720"/>
            <a:ext cx="91440" cy="274320"/>
          </a:xfrm>
          <a:prstGeom prst="rect">
            <a:avLst/>
          </a:prstGeom>
          <a:solidFill>
            <a:srgbClr val="56C9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image01__card1_pencil_tip"/>
          <p:cNvSpPr/>
          <p:nvPr/>
        </p:nvSpPr>
        <p:spPr>
          <a:xfrm rot="8700000">
            <a:off x="3467100" y="5234940"/>
            <a:ext cx="91440" cy="91440"/>
          </a:xfrm>
          <a:prstGeom prst="triangle">
            <a:avLst/>
          </a:prstGeom>
          <a:solidFill>
            <a:srgbClr val="56C9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image01__card2_page_back"/>
          <p:cNvSpPr/>
          <p:nvPr/>
        </p:nvSpPr>
        <p:spPr>
          <a:xfrm>
            <a:off x="6400800" y="5013960"/>
            <a:ext cx="16764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A82C4"/>
            </a:solidFill>
            <a:prstDash val="solid"/>
          </a:ln>
        </p:spPr>
      </p:sp>
      <p:sp>
        <p:nvSpPr>
          <p:cNvPr id="208" name="image01__card2_page_front"/>
          <p:cNvSpPr/>
          <p:nvPr/>
        </p:nvSpPr>
        <p:spPr>
          <a:xfrm>
            <a:off x="6446520" y="4975860"/>
            <a:ext cx="16764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A82C4"/>
            </a:solidFill>
            <a:prstDash val="solid"/>
          </a:ln>
        </p:spPr>
      </p:sp>
      <p:sp>
        <p:nvSpPr>
          <p:cNvPr id="209" name="image01__card3_chev1"/>
          <p:cNvSpPr/>
          <p:nvPr/>
        </p:nvSpPr>
        <p:spPr>
          <a:xfrm>
            <a:off x="9502140" y="5021580"/>
            <a:ext cx="137160" cy="182880"/>
          </a:xfrm>
          <a:prstGeom prst="chevron">
            <a:avLst/>
          </a:prstGeom>
          <a:solidFill>
            <a:srgbClr val="A62B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image01__card3_chev2"/>
          <p:cNvSpPr/>
          <p:nvPr/>
        </p:nvSpPr>
        <p:spPr>
          <a:xfrm>
            <a:off x="9593580" y="5021580"/>
            <a:ext cx="137160" cy="182880"/>
          </a:xfrm>
          <a:prstGeom prst="chevron">
            <a:avLst/>
          </a:prstGeom>
          <a:solidFill>
            <a:srgbClr val="A62B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image01__card_title_0_1"/>
          <p:cNvSpPr txBox="1"/>
          <p:nvPr/>
        </p:nvSpPr>
        <p:spPr>
          <a:xfrm>
            <a:off x="944880" y="4884420"/>
            <a:ext cx="1676400" cy="2057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80" b="1" dirty="0">
                <a:solidFill>
                  <a:srgbClr val="14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找回旧资料</a:t>
            </a:r>
            <a:endParaRPr lang="en-US" sz="1480" dirty="0"/>
          </a:p>
        </p:txBody>
      </p:sp>
      <p:sp>
        <p:nvSpPr>
          <p:cNvPr id="212" name="image01__card_desc_0_0"/>
          <p:cNvSpPr txBox="1"/>
          <p:nvPr/>
        </p:nvSpPr>
        <p:spPr>
          <a:xfrm>
            <a:off x="944880" y="5212080"/>
            <a:ext cx="17907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让只剩图片或 PDF 的旧</a:t>
            </a:r>
            <a:endParaRPr lang="en-US" sz="1020" dirty="0"/>
          </a:p>
        </p:txBody>
      </p:sp>
      <p:sp>
        <p:nvSpPr>
          <p:cNvPr id="213" name="image01__card_desc_0_1"/>
          <p:cNvSpPr txBox="1"/>
          <p:nvPr/>
        </p:nvSpPr>
        <p:spPr>
          <a:xfrm>
            <a:off x="944880" y="5349240"/>
            <a:ext cx="18669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幻灯片重新具备可编辑能力。</a:t>
            </a:r>
            <a:endParaRPr lang="en-US" sz="1020" dirty="0"/>
          </a:p>
        </p:txBody>
      </p:sp>
      <p:sp>
        <p:nvSpPr>
          <p:cNvPr id="214" name="image01__card_title_1_1"/>
          <p:cNvSpPr txBox="1"/>
          <p:nvPr/>
        </p:nvSpPr>
        <p:spPr>
          <a:xfrm>
            <a:off x="3970020" y="4884420"/>
            <a:ext cx="1752600" cy="2057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4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编辑图片版材料</a:t>
            </a:r>
            <a:endParaRPr lang="en-US" sz="1450" dirty="0"/>
          </a:p>
        </p:txBody>
      </p:sp>
      <p:sp>
        <p:nvSpPr>
          <p:cNvPr id="215" name="image01__card_desc_1_0"/>
          <p:cNvSpPr txBox="1"/>
          <p:nvPr/>
        </p:nvSpPr>
        <p:spPr>
          <a:xfrm>
            <a:off x="3970020" y="5212080"/>
            <a:ext cx="18288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把静态截图恢复为可修改、</a:t>
            </a:r>
            <a:endParaRPr lang="en-US" sz="1020" dirty="0"/>
          </a:p>
        </p:txBody>
      </p:sp>
      <p:sp>
        <p:nvSpPr>
          <p:cNvPr id="216" name="image01__card_desc_1_1"/>
          <p:cNvSpPr txBox="1"/>
          <p:nvPr/>
        </p:nvSpPr>
        <p:spPr>
          <a:xfrm>
            <a:off x="3970020" y="5349240"/>
            <a:ext cx="16764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可复用的演示文稿。</a:t>
            </a:r>
            <a:endParaRPr lang="en-US" sz="1020" dirty="0"/>
          </a:p>
        </p:txBody>
      </p:sp>
      <p:sp>
        <p:nvSpPr>
          <p:cNvPr id="217" name="image01__card_title_2_1"/>
          <p:cNvSpPr txBox="1"/>
          <p:nvPr/>
        </p:nvSpPr>
        <p:spPr>
          <a:xfrm>
            <a:off x="6995160" y="4884420"/>
            <a:ext cx="1752600" cy="2057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4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沉淀可复用</a:t>
            </a:r>
            <a:endParaRPr lang="en-US" sz="1450" dirty="0"/>
          </a:p>
        </p:txBody>
      </p:sp>
      <p:sp>
        <p:nvSpPr>
          <p:cNvPr id="218" name="image01__card_title_2_2"/>
          <p:cNvSpPr txBox="1"/>
          <p:nvPr/>
        </p:nvSpPr>
        <p:spPr>
          <a:xfrm>
            <a:off x="6995160" y="5074920"/>
            <a:ext cx="1371600" cy="2057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4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PPT 资产</a:t>
            </a:r>
            <a:endParaRPr lang="en-US" sz="1450" dirty="0"/>
          </a:p>
        </p:txBody>
      </p:sp>
      <p:sp>
        <p:nvSpPr>
          <p:cNvPr id="219" name="image01__card_desc_2_0"/>
          <p:cNvSpPr txBox="1"/>
          <p:nvPr/>
        </p:nvSpPr>
        <p:spPr>
          <a:xfrm>
            <a:off x="6995160" y="5273040"/>
            <a:ext cx="18669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9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将页面拆解为更干净、统一、</a:t>
            </a:r>
            <a:endParaRPr lang="en-US" sz="990" dirty="0"/>
          </a:p>
        </p:txBody>
      </p:sp>
      <p:sp>
        <p:nvSpPr>
          <p:cNvPr id="220" name="image01__card_desc_2_1"/>
          <p:cNvSpPr txBox="1"/>
          <p:nvPr/>
        </p:nvSpPr>
        <p:spPr>
          <a:xfrm>
            <a:off x="6995160" y="5410200"/>
            <a:ext cx="17907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9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更易复用的内容组件。</a:t>
            </a:r>
            <a:endParaRPr lang="en-US" sz="990" dirty="0"/>
          </a:p>
        </p:txBody>
      </p:sp>
      <p:sp>
        <p:nvSpPr>
          <p:cNvPr id="221" name="image01__card_title_3_1"/>
          <p:cNvSpPr txBox="1"/>
          <p:nvPr/>
        </p:nvSpPr>
        <p:spPr>
          <a:xfrm>
            <a:off x="10020300" y="4884420"/>
            <a:ext cx="1752600" cy="2057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80" b="1" dirty="0">
                <a:solidFill>
                  <a:srgbClr val="14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加快方案修改</a:t>
            </a:r>
            <a:endParaRPr lang="en-US" sz="1480" dirty="0"/>
          </a:p>
        </p:txBody>
      </p:sp>
      <p:sp>
        <p:nvSpPr>
          <p:cNvPr id="222" name="image01__card_desc_3_0"/>
          <p:cNvSpPr txBox="1"/>
          <p:nvPr/>
        </p:nvSpPr>
        <p:spPr>
          <a:xfrm>
            <a:off x="10020300" y="5212080"/>
            <a:ext cx="17526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面对反馈更快更新内容，</a:t>
            </a:r>
            <a:endParaRPr lang="en-US" sz="1020" dirty="0"/>
          </a:p>
        </p:txBody>
      </p:sp>
      <p:sp>
        <p:nvSpPr>
          <p:cNvPr id="223" name="image01__card_desc_3_1"/>
          <p:cNvSpPr txBox="1"/>
          <p:nvPr/>
        </p:nvSpPr>
        <p:spPr>
          <a:xfrm>
            <a:off x="10020300" y="5364480"/>
            <a:ext cx="16002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无需从头重做。</a:t>
            </a:r>
            <a:endParaRPr lang="en-US" sz="1020" dirty="0"/>
          </a:p>
        </p:txBody>
      </p:sp>
      <p:sp>
        <p:nvSpPr>
          <p:cNvPr id="224" name="image01__band_shadow"/>
          <p:cNvSpPr/>
          <p:nvPr/>
        </p:nvSpPr>
        <p:spPr>
          <a:xfrm>
            <a:off x="137160" y="5913120"/>
            <a:ext cx="11963400" cy="868680"/>
          </a:xfrm>
          <a:prstGeom prst="roundRect">
            <a:avLst/>
          </a:prstGeom>
          <a:solidFill>
            <a:srgbClr val="C9C9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image01__band"/>
          <p:cNvSpPr/>
          <p:nvPr/>
        </p:nvSpPr>
        <p:spPr>
          <a:xfrm>
            <a:off x="91440" y="5852160"/>
            <a:ext cx="12009120" cy="868680"/>
          </a:xfrm>
          <a:prstGeom prst="roundRect">
            <a:avLst/>
          </a:prstGeom>
          <a:solidFill>
            <a:srgbClr val="FFF3EA"/>
          </a:solidFill>
          <a:ln w="11430">
            <a:solidFill>
              <a:srgbClr val="E6CFC0"/>
            </a:solidFill>
            <a:prstDash val="solid"/>
          </a:ln>
        </p:spPr>
      </p:sp>
      <p:sp>
        <p:nvSpPr>
          <p:cNvPr id="226" name="image01__cap_icon_circle"/>
          <p:cNvSpPr/>
          <p:nvPr/>
        </p:nvSpPr>
        <p:spPr>
          <a:xfrm>
            <a:off x="213360" y="6019800"/>
            <a:ext cx="426720" cy="426720"/>
          </a:xfrm>
          <a:prstGeom prst="ellipse">
            <a:avLst/>
          </a:prstGeom>
          <a:solidFill>
            <a:srgbClr val="FF6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image01__cap_compass_center"/>
          <p:cNvSpPr/>
          <p:nvPr/>
        </p:nvSpPr>
        <p:spPr>
          <a:xfrm>
            <a:off x="381000" y="6187440"/>
            <a:ext cx="91440" cy="914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image01__cap_compass_top"/>
          <p:cNvSpPr/>
          <p:nvPr/>
        </p:nvSpPr>
        <p:spPr>
          <a:xfrm>
            <a:off x="396240" y="6050280"/>
            <a:ext cx="60960" cy="15240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image01__cap_compass_bottom"/>
          <p:cNvSpPr/>
          <p:nvPr/>
        </p:nvSpPr>
        <p:spPr>
          <a:xfrm rot="10800000">
            <a:off x="396240" y="6278880"/>
            <a:ext cx="60960" cy="15240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image01__cap_compass_left"/>
          <p:cNvSpPr/>
          <p:nvPr/>
        </p:nvSpPr>
        <p:spPr>
          <a:xfrm rot="16200000">
            <a:off x="281940" y="6202680"/>
            <a:ext cx="152400" cy="6096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image01__cap_compass_right"/>
          <p:cNvSpPr/>
          <p:nvPr/>
        </p:nvSpPr>
        <p:spPr>
          <a:xfrm rot="5400000">
            <a:off x="441960" y="6202680"/>
            <a:ext cx="152400" cy="6096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image01__cap_key"/>
          <p:cNvSpPr txBox="1"/>
          <p:nvPr/>
        </p:nvSpPr>
        <p:spPr>
          <a:xfrm>
            <a:off x="716280" y="6073140"/>
            <a:ext cx="1028700" cy="2590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05A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核心能力</a:t>
            </a:r>
            <a:endParaRPr lang="en-US" sz="1750" dirty="0"/>
          </a:p>
        </p:txBody>
      </p:sp>
      <p:sp>
        <p:nvSpPr>
          <p:cNvPr id="233" name="image01__cap_sep_0"/>
          <p:cNvSpPr/>
          <p:nvPr/>
        </p:nvSpPr>
        <p:spPr>
          <a:xfrm>
            <a:off x="3390900" y="5981700"/>
            <a:ext cx="0" cy="586740"/>
          </a:xfrm>
          <a:prstGeom prst="line">
            <a:avLst/>
          </a:prstGeom>
          <a:noFill/>
          <a:ln w="10160">
            <a:solidFill>
              <a:srgbClr val="D7C5B8"/>
            </a:solidFill>
            <a:prstDash val="solid"/>
            <a:headEnd type="none"/>
            <a:tailEnd type="none"/>
          </a:ln>
        </p:spPr>
      </p:sp>
      <p:sp>
        <p:nvSpPr>
          <p:cNvPr id="234" name="image01__cap_sep_1"/>
          <p:cNvSpPr/>
          <p:nvPr/>
        </p:nvSpPr>
        <p:spPr>
          <a:xfrm>
            <a:off x="5600700" y="5981700"/>
            <a:ext cx="0" cy="586740"/>
          </a:xfrm>
          <a:prstGeom prst="line">
            <a:avLst/>
          </a:prstGeom>
          <a:noFill/>
          <a:ln w="10160">
            <a:solidFill>
              <a:srgbClr val="D7C5B8"/>
            </a:solidFill>
            <a:prstDash val="solid"/>
            <a:headEnd type="none"/>
            <a:tailEnd type="none"/>
          </a:ln>
        </p:spPr>
      </p:sp>
      <p:sp>
        <p:nvSpPr>
          <p:cNvPr id="235" name="image01__cap_sep_2"/>
          <p:cNvSpPr/>
          <p:nvPr/>
        </p:nvSpPr>
        <p:spPr>
          <a:xfrm>
            <a:off x="7863840" y="5981700"/>
            <a:ext cx="0" cy="586740"/>
          </a:xfrm>
          <a:prstGeom prst="line">
            <a:avLst/>
          </a:prstGeom>
          <a:noFill/>
          <a:ln w="10160">
            <a:solidFill>
              <a:srgbClr val="D7C5B8"/>
            </a:solidFill>
            <a:prstDash val="solid"/>
            <a:headEnd type="none"/>
            <a:tailEnd type="none"/>
          </a:ln>
        </p:spPr>
      </p:sp>
      <p:sp>
        <p:nvSpPr>
          <p:cNvPr id="236" name="image01__cap_sep_3"/>
          <p:cNvSpPr/>
          <p:nvPr/>
        </p:nvSpPr>
        <p:spPr>
          <a:xfrm>
            <a:off x="9921240" y="5981700"/>
            <a:ext cx="0" cy="586740"/>
          </a:xfrm>
          <a:prstGeom prst="line">
            <a:avLst/>
          </a:prstGeom>
          <a:noFill/>
          <a:ln w="10160">
            <a:solidFill>
              <a:srgbClr val="D7C5B8"/>
            </a:solidFill>
            <a:prstDash val="solid"/>
            <a:headEnd type="none"/>
            <a:tailEnd type="none"/>
          </a:ln>
        </p:spPr>
      </p:sp>
      <p:sp>
        <p:nvSpPr>
          <p:cNvPr id="237" name="image01__cap1_icon"/>
          <p:cNvSpPr txBox="1"/>
          <p:nvPr/>
        </p:nvSpPr>
        <p:spPr>
          <a:xfrm>
            <a:off x="1813560" y="5981700"/>
            <a:ext cx="228600" cy="213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5A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700" dirty="0"/>
          </a:p>
        </p:txBody>
      </p:sp>
      <p:sp>
        <p:nvSpPr>
          <p:cNvPr id="238" name="image01__cap1_title"/>
          <p:cNvSpPr txBox="1"/>
          <p:nvPr/>
        </p:nvSpPr>
        <p:spPr>
          <a:xfrm>
            <a:off x="2057400" y="5981700"/>
            <a:ext cx="1143000" cy="213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4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可编辑文本</a:t>
            </a:r>
            <a:endParaRPr lang="en-US" sz="1260" dirty="0"/>
          </a:p>
        </p:txBody>
      </p:sp>
      <p:sp>
        <p:nvSpPr>
          <p:cNvPr id="239" name="image01__cap1_body1"/>
          <p:cNvSpPr txBox="1"/>
          <p:nvPr/>
        </p:nvSpPr>
        <p:spPr>
          <a:xfrm>
            <a:off x="2057400" y="6225540"/>
            <a:ext cx="11430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2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OCR 识别 +</a:t>
            </a:r>
            <a:endParaRPr lang="en-US" sz="920" dirty="0"/>
          </a:p>
        </p:txBody>
      </p:sp>
      <p:sp>
        <p:nvSpPr>
          <p:cNvPr id="240" name="image01__cap1_body2"/>
          <p:cNvSpPr txBox="1"/>
          <p:nvPr/>
        </p:nvSpPr>
        <p:spPr>
          <a:xfrm>
            <a:off x="2057400" y="6362700"/>
            <a:ext cx="11430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2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智能文字恢复</a:t>
            </a:r>
            <a:endParaRPr lang="en-US" sz="920" dirty="0"/>
          </a:p>
        </p:txBody>
      </p:sp>
      <p:sp>
        <p:nvSpPr>
          <p:cNvPr id="241" name="image01__cap2_sq"/>
          <p:cNvSpPr/>
          <p:nvPr/>
        </p:nvSpPr>
        <p:spPr>
          <a:xfrm>
            <a:off x="3581400" y="6004560"/>
            <a:ext cx="83820" cy="83820"/>
          </a:xfrm>
          <a:prstGeom prst="rect">
            <a:avLst/>
          </a:prstGeom>
          <a:solidFill>
            <a:srgbClr val="FF6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image01__cap2_tri"/>
          <p:cNvSpPr/>
          <p:nvPr/>
        </p:nvSpPr>
        <p:spPr>
          <a:xfrm>
            <a:off x="3581400" y="6141720"/>
            <a:ext cx="83820" cy="83820"/>
          </a:xfrm>
          <a:prstGeom prst="triangle">
            <a:avLst/>
          </a:prstGeom>
          <a:solidFill>
            <a:srgbClr val="FF6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image01__cap2_title"/>
          <p:cNvSpPr txBox="1"/>
          <p:nvPr/>
        </p:nvSpPr>
        <p:spPr>
          <a:xfrm>
            <a:off x="3749040" y="5981700"/>
            <a:ext cx="1752600" cy="213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4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原生 PowerPoint 形状</a:t>
            </a:r>
            <a:endParaRPr lang="en-US" sz="1150" dirty="0"/>
          </a:p>
        </p:txBody>
      </p:sp>
      <p:sp>
        <p:nvSpPr>
          <p:cNvPr id="244" name="image01__cap2_body1"/>
          <p:cNvSpPr txBox="1"/>
          <p:nvPr/>
        </p:nvSpPr>
        <p:spPr>
          <a:xfrm>
            <a:off x="3749040" y="6225540"/>
            <a:ext cx="13716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简单几何重建为</a:t>
            </a:r>
            <a:endParaRPr lang="en-US" sz="900" dirty="0"/>
          </a:p>
        </p:txBody>
      </p:sp>
      <p:sp>
        <p:nvSpPr>
          <p:cNvPr id="245" name="image01__cap2_body2"/>
          <p:cNvSpPr txBox="1"/>
          <p:nvPr/>
        </p:nvSpPr>
        <p:spPr>
          <a:xfrm>
            <a:off x="3749040" y="6362700"/>
            <a:ext cx="13716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规范 PPT 对象</a:t>
            </a:r>
            <a:endParaRPr lang="en-US" sz="900" dirty="0"/>
          </a:p>
        </p:txBody>
      </p:sp>
      <p:sp>
        <p:nvSpPr>
          <p:cNvPr id="246" name="image01__cap3_outer"/>
          <p:cNvSpPr/>
          <p:nvPr/>
        </p:nvSpPr>
        <p:spPr>
          <a:xfrm>
            <a:off x="5791200" y="6004560"/>
            <a:ext cx="121920" cy="15240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FF6B0B"/>
            </a:solidFill>
            <a:prstDash val="solid"/>
          </a:ln>
        </p:spPr>
      </p:sp>
      <p:sp>
        <p:nvSpPr>
          <p:cNvPr id="247" name="image01__cap3_inner"/>
          <p:cNvSpPr/>
          <p:nvPr/>
        </p:nvSpPr>
        <p:spPr>
          <a:xfrm>
            <a:off x="5821680" y="6035040"/>
            <a:ext cx="60960" cy="914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F6B0B"/>
            </a:solidFill>
            <a:prstDash val="solid"/>
          </a:ln>
        </p:spPr>
      </p:sp>
      <p:sp>
        <p:nvSpPr>
          <p:cNvPr id="248" name="image01__cap3_title"/>
          <p:cNvSpPr txBox="1"/>
          <p:nvPr/>
        </p:nvSpPr>
        <p:spPr>
          <a:xfrm>
            <a:off x="5974080" y="5981700"/>
            <a:ext cx="1752600" cy="213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4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复杂视觉保留为资产</a:t>
            </a:r>
            <a:endParaRPr lang="en-US" sz="1180" dirty="0"/>
          </a:p>
        </p:txBody>
      </p:sp>
      <p:sp>
        <p:nvSpPr>
          <p:cNvPr id="249" name="image01__cap3_body1"/>
          <p:cNvSpPr txBox="1"/>
          <p:nvPr/>
        </p:nvSpPr>
        <p:spPr>
          <a:xfrm>
            <a:off x="5974080" y="6225540"/>
            <a:ext cx="14478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图表、表格与图形</a:t>
            </a:r>
            <a:endParaRPr lang="en-US" sz="900" dirty="0"/>
          </a:p>
        </p:txBody>
      </p:sp>
      <p:sp>
        <p:nvSpPr>
          <p:cNvPr id="250" name="image01__cap3_body2"/>
          <p:cNvSpPr txBox="1"/>
          <p:nvPr/>
        </p:nvSpPr>
        <p:spPr>
          <a:xfrm>
            <a:off x="5974080" y="6362700"/>
            <a:ext cx="16002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按需保留为图片资产</a:t>
            </a:r>
            <a:endParaRPr lang="en-US" sz="900" dirty="0"/>
          </a:p>
        </p:txBody>
      </p:sp>
      <p:sp>
        <p:nvSpPr>
          <p:cNvPr id="251" name="image01__cap4_line_0"/>
          <p:cNvSpPr/>
          <p:nvPr/>
        </p:nvSpPr>
        <p:spPr>
          <a:xfrm>
            <a:off x="8061960" y="6012180"/>
            <a:ext cx="137160" cy="0"/>
          </a:xfrm>
          <a:prstGeom prst="line">
            <a:avLst/>
          </a:prstGeom>
          <a:noFill/>
          <a:ln w="1524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252" name="image01__cap4_line_1"/>
          <p:cNvSpPr/>
          <p:nvPr/>
        </p:nvSpPr>
        <p:spPr>
          <a:xfrm>
            <a:off x="8061960" y="6065520"/>
            <a:ext cx="137160" cy="0"/>
          </a:xfrm>
          <a:prstGeom prst="line">
            <a:avLst/>
          </a:prstGeom>
          <a:noFill/>
          <a:ln w="1524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253" name="image01__cap4_line_2"/>
          <p:cNvSpPr/>
          <p:nvPr/>
        </p:nvSpPr>
        <p:spPr>
          <a:xfrm>
            <a:off x="8061960" y="6118860"/>
            <a:ext cx="137160" cy="0"/>
          </a:xfrm>
          <a:prstGeom prst="line">
            <a:avLst/>
          </a:prstGeom>
          <a:noFill/>
          <a:ln w="1524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254" name="image01__cap4_line_3"/>
          <p:cNvSpPr/>
          <p:nvPr/>
        </p:nvSpPr>
        <p:spPr>
          <a:xfrm>
            <a:off x="8061960" y="6172200"/>
            <a:ext cx="137160" cy="0"/>
          </a:xfrm>
          <a:prstGeom prst="line">
            <a:avLst/>
          </a:prstGeom>
          <a:noFill/>
          <a:ln w="1524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255" name="image01__cap4_title"/>
          <p:cNvSpPr txBox="1"/>
          <p:nvPr/>
        </p:nvSpPr>
        <p:spPr>
          <a:xfrm>
            <a:off x="8260080" y="5981700"/>
            <a:ext cx="1447800" cy="213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4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PageIR 工作流</a:t>
            </a:r>
            <a:endParaRPr lang="en-US" sz="1200" dirty="0"/>
          </a:p>
        </p:txBody>
      </p:sp>
      <p:sp>
        <p:nvSpPr>
          <p:cNvPr id="256" name="image01__cap4_body1"/>
          <p:cNvSpPr txBox="1"/>
          <p:nvPr/>
        </p:nvSpPr>
        <p:spPr>
          <a:xfrm>
            <a:off x="8260080" y="6225540"/>
            <a:ext cx="12954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用页面级结构</a:t>
            </a:r>
            <a:endParaRPr lang="en-US" sz="900" dirty="0"/>
          </a:p>
        </p:txBody>
      </p:sp>
      <p:sp>
        <p:nvSpPr>
          <p:cNvPr id="257" name="image01__cap4_body2"/>
          <p:cNvSpPr txBox="1"/>
          <p:nvPr/>
        </p:nvSpPr>
        <p:spPr>
          <a:xfrm>
            <a:off x="8260080" y="6362700"/>
            <a:ext cx="12954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描述驱动重建</a:t>
            </a:r>
            <a:endParaRPr lang="en-US" sz="900" dirty="0"/>
          </a:p>
        </p:txBody>
      </p:sp>
      <p:sp>
        <p:nvSpPr>
          <p:cNvPr id="258" name="image01__cap5_check1"/>
          <p:cNvSpPr/>
          <p:nvPr/>
        </p:nvSpPr>
        <p:spPr>
          <a:xfrm>
            <a:off x="10119360" y="6096000"/>
            <a:ext cx="68580" cy="83820"/>
          </a:xfrm>
          <a:prstGeom prst="line">
            <a:avLst/>
          </a:prstGeom>
          <a:noFill/>
          <a:ln w="2540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259" name="image01__cap5_check2"/>
          <p:cNvSpPr/>
          <p:nvPr/>
        </p:nvSpPr>
        <p:spPr>
          <a:xfrm>
            <a:off x="10187940" y="6004560"/>
            <a:ext cx="129540" cy="175260"/>
          </a:xfrm>
          <a:prstGeom prst="line">
            <a:avLst/>
          </a:prstGeom>
          <a:noFill/>
          <a:ln w="25400">
            <a:solidFill>
              <a:srgbClr val="FF6B0B"/>
            </a:solidFill>
            <a:prstDash val="solid"/>
            <a:headEnd type="none"/>
            <a:tailEnd type="none"/>
          </a:ln>
        </p:spPr>
      </p:sp>
      <p:sp>
        <p:nvSpPr>
          <p:cNvPr id="260" name="image01__cap5_title"/>
          <p:cNvSpPr txBox="1"/>
          <p:nvPr/>
        </p:nvSpPr>
        <p:spPr>
          <a:xfrm>
            <a:off x="10363200" y="5981700"/>
            <a:ext cx="1143000" cy="213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4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校验工具</a:t>
            </a:r>
            <a:endParaRPr lang="en-US" sz="1220" dirty="0"/>
          </a:p>
        </p:txBody>
      </p:sp>
      <p:sp>
        <p:nvSpPr>
          <p:cNvPr id="261" name="image01__cap5_body1"/>
          <p:cNvSpPr txBox="1"/>
          <p:nvPr/>
        </p:nvSpPr>
        <p:spPr>
          <a:xfrm>
            <a:off x="10363200" y="6225540"/>
            <a:ext cx="12192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提供并排 diff</a:t>
            </a:r>
            <a:endParaRPr lang="en-US" sz="900" dirty="0"/>
          </a:p>
        </p:txBody>
      </p:sp>
      <p:sp>
        <p:nvSpPr>
          <p:cNvPr id="262" name="image01__cap5_body2"/>
          <p:cNvSpPr txBox="1"/>
          <p:nvPr/>
        </p:nvSpPr>
        <p:spPr>
          <a:xfrm>
            <a:off x="10363200" y="6362700"/>
            <a:ext cx="1143000" cy="137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与质量检查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647</Words>
  <Application>WPS 演示</Application>
  <PresentationFormat>On-screen Show (16:9)</PresentationFormat>
  <Paragraphs>214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9" baseType="lpstr">
      <vt:lpstr>Arial</vt:lpstr>
      <vt:lpstr>宋体</vt:lpstr>
      <vt:lpstr>Wingdings</vt:lpstr>
      <vt:lpstr>Noto Sans CJK SC</vt:lpstr>
      <vt:lpstr>苹方-简</vt:lpstr>
      <vt:lpstr>Noto Sans CJK SC</vt:lpstr>
      <vt:lpstr>Noto Sans CJK SC</vt:lpstr>
      <vt:lpstr>微软雅黑</vt:lpstr>
      <vt:lpstr>方正雅意黑 GB18030L2</vt:lpstr>
      <vt:lpstr>微软雅黑</vt:lpstr>
      <vt:lpstr>宋体</vt:lpstr>
      <vt:lpstr>Arial Unicode MS</vt:lpstr>
      <vt:lpstr>等线</vt:lpstr>
      <vt:lpstr>汉仪中等线KW</vt:lpstr>
      <vt:lpstr>Calibri</vt:lpstr>
      <vt:lpstr>Helvetica Neue</vt:lpstr>
      <vt:lpstr>汉仪书宋二KW</vt:lpstr>
      <vt:lpstr>Office Theme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creator>OpenAI</dc:creator>
  <dc:subject>Editable reconstruction from PageIR</dc:subject>
  <cp:lastModifiedBy>  海阔天空</cp:lastModifiedBy>
  <cp:revision>2</cp:revision>
  <dcterms:created xsi:type="dcterms:W3CDTF">2026-08-09T00:06:03Z</dcterms:created>
  <dcterms:modified xsi:type="dcterms:W3CDTF">2026-08-09T00:06:03Z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989EC8E7A9D15FA26BC4776AE0C6CDBB_43</vt:lpwstr>
  </property>
  <property fmtid="{D5CDD505-2E9C-101B-9397-08002B2CF9AE}" pid="3" name="KSOProductBuildVer">
    <vt:lpwstr>2052-12.1.26053.26053</vt:lpwstr>
  </property>
</Properties>
</file>