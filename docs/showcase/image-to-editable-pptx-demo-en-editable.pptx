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01__logo_shadow"/>
          <p:cNvSpPr/>
          <p:nvPr/>
        </p:nvSpPr>
        <p:spPr>
          <a:xfrm>
            <a:off x="350520" y="213360"/>
            <a:ext cx="563880" cy="655320"/>
          </a:xfrm>
          <a:prstGeom prst="round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image01__logo_body"/>
          <p:cNvSpPr/>
          <p:nvPr/>
        </p:nvSpPr>
        <p:spPr>
          <a:xfrm>
            <a:off x="320040" y="152400"/>
            <a:ext cx="563880" cy="655320"/>
          </a:xfrm>
          <a:prstGeom prst="roundRect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image01__logo_p"/>
          <p:cNvSpPr txBox="1"/>
          <p:nvPr/>
        </p:nvSpPr>
        <p:spPr>
          <a:xfrm>
            <a:off x="411480" y="259080"/>
            <a:ext cx="3810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</a:t>
            </a:r>
            <a:endParaRPr lang="en-US" sz="3000" dirty="0"/>
          </a:p>
        </p:txBody>
      </p:sp>
      <p:sp>
        <p:nvSpPr>
          <p:cNvPr id="5" name="image01__title"/>
          <p:cNvSpPr txBox="1"/>
          <p:nvPr/>
        </p:nvSpPr>
        <p:spPr>
          <a:xfrm>
            <a:off x="1036320" y="175260"/>
            <a:ext cx="7467600" cy="487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42033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 to Editable PPTX</a:t>
            </a:r>
            <a:endParaRPr lang="en-US" sz="3400" dirty="0"/>
          </a:p>
        </p:txBody>
      </p:sp>
      <p:sp>
        <p:nvSpPr>
          <p:cNvPr id="6" name="image01__subtitle"/>
          <p:cNvSpPr txBox="1"/>
          <p:nvPr/>
        </p:nvSpPr>
        <p:spPr>
          <a:xfrm>
            <a:off x="1051560" y="586740"/>
            <a:ext cx="7467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Turn flattened slide images into editable PowerPoint.</a:t>
            </a:r>
            <a:endParaRPr lang="en-US" sz="1800" dirty="0"/>
          </a:p>
        </p:txBody>
      </p:sp>
      <p:sp>
        <p:nvSpPr>
          <p:cNvPr id="7" name="image01__header_rule"/>
          <p:cNvSpPr/>
          <p:nvPr/>
        </p:nvSpPr>
        <p:spPr>
          <a:xfrm>
            <a:off x="1036320" y="899160"/>
            <a:ext cx="10927080" cy="0"/>
          </a:xfrm>
          <a:prstGeom prst="line">
            <a:avLst/>
          </a:prstGeom>
          <a:noFill/>
          <a:ln w="15240">
            <a:solidFill>
              <a:srgbClr val="D3D3D3"/>
            </a:solidFill>
            <a:prstDash val="solid"/>
            <a:headEnd type="none"/>
            <a:tailEnd type="none"/>
          </a:ln>
        </p:spPr>
      </p:sp>
      <p:sp>
        <p:nvSpPr>
          <p:cNvPr id="8" name="image01__input_shadow"/>
          <p:cNvSpPr/>
          <p:nvPr/>
        </p:nvSpPr>
        <p:spPr>
          <a:xfrm>
            <a:off x="144780" y="1196340"/>
            <a:ext cx="3489960" cy="306324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image01__input_panel"/>
          <p:cNvSpPr/>
          <p:nvPr/>
        </p:nvSpPr>
        <p:spPr>
          <a:xfrm>
            <a:off x="91440" y="1127760"/>
            <a:ext cx="34899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0" name="image01__how_shadow"/>
          <p:cNvSpPr/>
          <p:nvPr/>
        </p:nvSpPr>
        <p:spPr>
          <a:xfrm>
            <a:off x="3749040" y="1196340"/>
            <a:ext cx="4305300" cy="306324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image01__how_panel"/>
          <p:cNvSpPr/>
          <p:nvPr/>
        </p:nvSpPr>
        <p:spPr>
          <a:xfrm>
            <a:off x="3695700" y="1127760"/>
            <a:ext cx="43053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2" name="image01__output_shadow"/>
          <p:cNvSpPr/>
          <p:nvPr/>
        </p:nvSpPr>
        <p:spPr>
          <a:xfrm>
            <a:off x="8161020" y="1196340"/>
            <a:ext cx="3992880" cy="306324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image01__output_panel"/>
          <p:cNvSpPr/>
          <p:nvPr/>
        </p:nvSpPr>
        <p:spPr>
          <a:xfrm>
            <a:off x="8107680" y="1127760"/>
            <a:ext cx="3992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4" name="image01__input_icon_outer"/>
          <p:cNvSpPr/>
          <p:nvPr/>
        </p:nvSpPr>
        <p:spPr>
          <a:xfrm>
            <a:off x="304800" y="1341120"/>
            <a:ext cx="13716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FF6B0B"/>
            </a:solidFill>
            <a:prstDash val="solid"/>
          </a:ln>
        </p:spPr>
      </p:sp>
      <p:sp>
        <p:nvSpPr>
          <p:cNvPr id="15" name="image01__input_icon_inner"/>
          <p:cNvSpPr/>
          <p:nvPr/>
        </p:nvSpPr>
        <p:spPr>
          <a:xfrm>
            <a:off x="335280" y="1371600"/>
            <a:ext cx="76200" cy="121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6" name="image01__input_header"/>
          <p:cNvSpPr txBox="1"/>
          <p:nvPr/>
        </p:nvSpPr>
        <p:spPr>
          <a:xfrm>
            <a:off x="510540" y="1310640"/>
            <a:ext cx="1143000" cy="259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5A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INPUT</a:t>
            </a:r>
            <a:endParaRPr lang="en-US" sz="1900" dirty="0"/>
          </a:p>
        </p:txBody>
      </p:sp>
      <p:sp>
        <p:nvSpPr>
          <p:cNvPr id="17" name="image01__how_icon_center"/>
          <p:cNvSpPr/>
          <p:nvPr/>
        </p:nvSpPr>
        <p:spPr>
          <a:xfrm>
            <a:off x="4937760" y="1348740"/>
            <a:ext cx="152400" cy="152400"/>
          </a:xfrm>
          <a:prstGeom prst="ellipse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image01__how_icon_tooth_0"/>
          <p:cNvSpPr/>
          <p:nvPr/>
        </p:nvSpPr>
        <p:spPr>
          <a:xfrm>
            <a:off x="4991100" y="12801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image01__how_icon_tooth_1"/>
          <p:cNvSpPr/>
          <p:nvPr/>
        </p:nvSpPr>
        <p:spPr>
          <a:xfrm>
            <a:off x="4991100" y="15087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image01__how_icon_tooth_2"/>
          <p:cNvSpPr/>
          <p:nvPr/>
        </p:nvSpPr>
        <p:spPr>
          <a:xfrm>
            <a:off x="4869180" y="13944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image01__how_icon_tooth_3"/>
          <p:cNvSpPr/>
          <p:nvPr/>
        </p:nvSpPr>
        <p:spPr>
          <a:xfrm>
            <a:off x="5105400" y="13944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image01__how_icon_tooth_4"/>
          <p:cNvSpPr/>
          <p:nvPr/>
        </p:nvSpPr>
        <p:spPr>
          <a:xfrm>
            <a:off x="4907280" y="130302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image01__how_icon_tooth_5"/>
          <p:cNvSpPr/>
          <p:nvPr/>
        </p:nvSpPr>
        <p:spPr>
          <a:xfrm>
            <a:off x="5074920" y="130302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image01__how_icon_tooth_6"/>
          <p:cNvSpPr/>
          <p:nvPr/>
        </p:nvSpPr>
        <p:spPr>
          <a:xfrm>
            <a:off x="4907280" y="148590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image01__how_icon_tooth_7"/>
          <p:cNvSpPr/>
          <p:nvPr/>
        </p:nvSpPr>
        <p:spPr>
          <a:xfrm>
            <a:off x="5074920" y="148590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image01__how_header"/>
          <p:cNvSpPr txBox="1"/>
          <p:nvPr/>
        </p:nvSpPr>
        <p:spPr>
          <a:xfrm>
            <a:off x="5189220" y="1295400"/>
            <a:ext cx="1905000" cy="259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5A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27" name="image01__output_icon_outer"/>
          <p:cNvSpPr/>
          <p:nvPr/>
        </p:nvSpPr>
        <p:spPr>
          <a:xfrm>
            <a:off x="9387840" y="1341120"/>
            <a:ext cx="1524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6B0B"/>
            </a:solidFill>
            <a:prstDash val="solid"/>
          </a:ln>
        </p:spPr>
      </p:sp>
      <p:sp>
        <p:nvSpPr>
          <p:cNvPr id="28" name="image01__output_icon_line_0"/>
          <p:cNvSpPr/>
          <p:nvPr/>
        </p:nvSpPr>
        <p:spPr>
          <a:xfrm>
            <a:off x="9418320" y="13792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9" name="image01__output_icon_line_1"/>
          <p:cNvSpPr/>
          <p:nvPr/>
        </p:nvSpPr>
        <p:spPr>
          <a:xfrm>
            <a:off x="9418320" y="14173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30" name="image01__output_icon_line_2"/>
          <p:cNvSpPr/>
          <p:nvPr/>
        </p:nvSpPr>
        <p:spPr>
          <a:xfrm>
            <a:off x="9418320" y="14554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31" name="image01__output_icon_line_3"/>
          <p:cNvSpPr/>
          <p:nvPr/>
        </p:nvSpPr>
        <p:spPr>
          <a:xfrm>
            <a:off x="9418320" y="14935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32" name="image01__output_header"/>
          <p:cNvSpPr txBox="1"/>
          <p:nvPr/>
        </p:nvSpPr>
        <p:spPr>
          <a:xfrm>
            <a:off x="9608820" y="1310640"/>
            <a:ext cx="1143000" cy="259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5A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OUTPUT</a:t>
            </a:r>
            <a:endParaRPr lang="en-US" sz="1900" dirty="0"/>
          </a:p>
        </p:txBody>
      </p:sp>
      <p:sp>
        <p:nvSpPr>
          <p:cNvPr id="33" name="image01__input_preview"/>
          <p:cNvSpPr/>
          <p:nvPr/>
        </p:nvSpPr>
        <p:spPr>
          <a:xfrm>
            <a:off x="228600" y="1645920"/>
            <a:ext cx="3208020" cy="1767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34" name="image01__input_ribbon_blue"/>
          <p:cNvSpPr/>
          <p:nvPr/>
        </p:nvSpPr>
        <p:spPr>
          <a:xfrm>
            <a:off x="3200400" y="1645920"/>
            <a:ext cx="236220" cy="236220"/>
          </a:xfrm>
          <a:prstGeom prst="rtTriangl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image01__input_ribbon_green"/>
          <p:cNvSpPr/>
          <p:nvPr/>
        </p:nvSpPr>
        <p:spPr>
          <a:xfrm>
            <a:off x="3322320" y="1645920"/>
            <a:ext cx="114300" cy="114300"/>
          </a:xfrm>
          <a:prstGeom prst="rtTriangl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image01__in_chart_title"/>
          <p:cNvSpPr txBox="1"/>
          <p:nvPr/>
        </p:nvSpPr>
        <p:spPr>
          <a:xfrm>
            <a:off x="350520" y="1783080"/>
            <a:ext cx="1600200" cy="1752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Market Growth Outlook</a:t>
            </a:r>
            <a:endParaRPr lang="en-US" sz="1150" dirty="0"/>
          </a:p>
        </p:txBody>
      </p:sp>
      <p:sp>
        <p:nvSpPr>
          <p:cNvPr id="37" name="image01__in_chart_sub1"/>
          <p:cNvSpPr txBox="1"/>
          <p:nvPr/>
        </p:nvSpPr>
        <p:spPr>
          <a:xfrm>
            <a:off x="350520" y="1965960"/>
            <a:ext cx="17526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Global market is projected to grow</a:t>
            </a:r>
            <a:endParaRPr lang="en-US" sz="870" dirty="0"/>
          </a:p>
        </p:txBody>
      </p:sp>
      <p:sp>
        <p:nvSpPr>
          <p:cNvPr id="38" name="image01__in_chart_sub2"/>
          <p:cNvSpPr txBox="1"/>
          <p:nvPr/>
        </p:nvSpPr>
        <p:spPr>
          <a:xfrm>
            <a:off x="350520" y="2095500"/>
            <a:ext cx="17526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strongly over the next five years.</a:t>
            </a:r>
            <a:endParaRPr lang="en-US" sz="870" dirty="0"/>
          </a:p>
        </p:txBody>
      </p:sp>
      <p:sp>
        <p:nvSpPr>
          <p:cNvPr id="39" name="image01__m1_circle"/>
          <p:cNvSpPr/>
          <p:nvPr/>
        </p:nvSpPr>
        <p:spPr>
          <a:xfrm>
            <a:off x="373380" y="2270760"/>
            <a:ext cx="228600" cy="228600"/>
          </a:xfrm>
          <a:prstGeom prst="ellips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image01__m2_circle"/>
          <p:cNvSpPr/>
          <p:nvPr/>
        </p:nvSpPr>
        <p:spPr>
          <a:xfrm>
            <a:off x="373380" y="2621280"/>
            <a:ext cx="228600" cy="228600"/>
          </a:xfrm>
          <a:prstGeom prst="ellips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image01__m3_circle"/>
          <p:cNvSpPr/>
          <p:nvPr/>
        </p:nvSpPr>
        <p:spPr>
          <a:xfrm>
            <a:off x="373380" y="2971800"/>
            <a:ext cx="228600" cy="228600"/>
          </a:xfrm>
          <a:prstGeom prst="ellipse">
            <a:avLst/>
          </a:prstGeom>
          <a:solidFill>
            <a:srgbClr val="7665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image01__m1_line1"/>
          <p:cNvSpPr/>
          <p:nvPr/>
        </p:nvSpPr>
        <p:spPr>
          <a:xfrm>
            <a:off x="419100" y="2369820"/>
            <a:ext cx="45720" cy="609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3" name="image01__m1_line2"/>
          <p:cNvSpPr/>
          <p:nvPr/>
        </p:nvSpPr>
        <p:spPr>
          <a:xfrm>
            <a:off x="464820" y="2369820"/>
            <a:ext cx="45720" cy="304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4" name="image01__m1_line3"/>
          <p:cNvSpPr/>
          <p:nvPr/>
        </p:nvSpPr>
        <p:spPr>
          <a:xfrm>
            <a:off x="510540" y="2316480"/>
            <a:ext cx="53340" cy="838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5" name="image01__m2_head1"/>
          <p:cNvSpPr/>
          <p:nvPr/>
        </p:nvSpPr>
        <p:spPr>
          <a:xfrm>
            <a:off x="419100" y="2674620"/>
            <a:ext cx="53340" cy="533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image01__m2_head2"/>
          <p:cNvSpPr/>
          <p:nvPr/>
        </p:nvSpPr>
        <p:spPr>
          <a:xfrm>
            <a:off x="495300" y="2674620"/>
            <a:ext cx="53340" cy="533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image01__m2_body1"/>
          <p:cNvSpPr/>
          <p:nvPr/>
        </p:nvSpPr>
        <p:spPr>
          <a:xfrm>
            <a:off x="411480" y="2735580"/>
            <a:ext cx="76200" cy="60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image01__m2_body2"/>
          <p:cNvSpPr/>
          <p:nvPr/>
        </p:nvSpPr>
        <p:spPr>
          <a:xfrm>
            <a:off x="480060" y="2735580"/>
            <a:ext cx="76200" cy="60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image01__m3_globe"/>
          <p:cNvSpPr/>
          <p:nvPr/>
        </p:nvSpPr>
        <p:spPr>
          <a:xfrm>
            <a:off x="419100" y="3017520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image01__m3_v"/>
          <p:cNvSpPr/>
          <p:nvPr/>
        </p:nvSpPr>
        <p:spPr>
          <a:xfrm>
            <a:off x="487680" y="3025140"/>
            <a:ext cx="0" cy="12192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1" name="image01__m3_h"/>
          <p:cNvSpPr/>
          <p:nvPr/>
        </p:nvSpPr>
        <p:spPr>
          <a:xfrm>
            <a:off x="426720" y="3086100"/>
            <a:ext cx="12192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2" name="image01__m1_label"/>
          <p:cNvSpPr txBox="1"/>
          <p:nvPr/>
        </p:nvSpPr>
        <p:spPr>
          <a:xfrm>
            <a:off x="670560" y="2263140"/>
            <a:ext cx="1143000" cy="129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2024-2029 CAGR</a:t>
            </a:r>
            <a:endParaRPr lang="en-US" sz="880" dirty="0"/>
          </a:p>
        </p:txBody>
      </p:sp>
      <p:sp>
        <p:nvSpPr>
          <p:cNvPr id="53" name="image01__m1_value"/>
          <p:cNvSpPr txBox="1"/>
          <p:nvPr/>
        </p:nvSpPr>
        <p:spPr>
          <a:xfrm>
            <a:off x="670560" y="2385060"/>
            <a:ext cx="68580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82C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8.7%</a:t>
            </a:r>
            <a:endParaRPr lang="en-US" sz="1100" dirty="0"/>
          </a:p>
        </p:txBody>
      </p:sp>
      <p:sp>
        <p:nvSpPr>
          <p:cNvPr id="54" name="image01__m2_label"/>
          <p:cNvSpPr txBox="1"/>
          <p:nvPr/>
        </p:nvSpPr>
        <p:spPr>
          <a:xfrm>
            <a:off x="670560" y="2613660"/>
            <a:ext cx="1295400" cy="129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Market Size in 2029</a:t>
            </a:r>
            <a:endParaRPr lang="en-US" sz="880" dirty="0"/>
          </a:p>
        </p:txBody>
      </p:sp>
      <p:sp>
        <p:nvSpPr>
          <p:cNvPr id="55" name="image01__m2_value"/>
          <p:cNvSpPr txBox="1"/>
          <p:nvPr/>
        </p:nvSpPr>
        <p:spPr>
          <a:xfrm>
            <a:off x="670560" y="2735580"/>
            <a:ext cx="68580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B5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$1.2T</a:t>
            </a:r>
            <a:endParaRPr lang="en-US" sz="1100" dirty="0"/>
          </a:p>
        </p:txBody>
      </p:sp>
      <p:sp>
        <p:nvSpPr>
          <p:cNvPr id="56" name="image01__m3_label"/>
          <p:cNvSpPr txBox="1"/>
          <p:nvPr/>
        </p:nvSpPr>
        <p:spPr>
          <a:xfrm>
            <a:off x="670560" y="2964180"/>
            <a:ext cx="914400" cy="129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Regions</a:t>
            </a:r>
            <a:endParaRPr lang="en-US" sz="880" dirty="0"/>
          </a:p>
        </p:txBody>
      </p:sp>
      <p:sp>
        <p:nvSpPr>
          <p:cNvPr id="57" name="image01__m3_value1"/>
          <p:cNvSpPr txBox="1"/>
          <p:nvPr/>
        </p:nvSpPr>
        <p:spPr>
          <a:xfrm>
            <a:off x="670560" y="3086100"/>
            <a:ext cx="11430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7665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North America, Europe,</a:t>
            </a:r>
            <a:endParaRPr lang="en-US" sz="930" dirty="0"/>
          </a:p>
        </p:txBody>
      </p:sp>
      <p:sp>
        <p:nvSpPr>
          <p:cNvPr id="58" name="image01__m3_value2"/>
          <p:cNvSpPr txBox="1"/>
          <p:nvPr/>
        </p:nvSpPr>
        <p:spPr>
          <a:xfrm>
            <a:off x="670560" y="3200400"/>
            <a:ext cx="7620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7665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Asia Pacific</a:t>
            </a:r>
            <a:endParaRPr lang="en-US" sz="930" dirty="0"/>
          </a:p>
        </p:txBody>
      </p:sp>
      <p:sp>
        <p:nvSpPr>
          <p:cNvPr id="59" name="image01__in_bar_title"/>
          <p:cNvSpPr txBox="1"/>
          <p:nvPr/>
        </p:nvSpPr>
        <p:spPr>
          <a:xfrm>
            <a:off x="2011680" y="2133600"/>
            <a:ext cx="12573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Market Size ($B Billion)</a:t>
            </a:r>
            <a:endParaRPr lang="en-US" sz="850" dirty="0"/>
          </a:p>
        </p:txBody>
      </p:sp>
      <p:sp>
        <p:nvSpPr>
          <p:cNvPr id="60" name="image01__in_grid_0"/>
          <p:cNvSpPr/>
          <p:nvPr/>
        </p:nvSpPr>
        <p:spPr>
          <a:xfrm>
            <a:off x="2057400" y="236220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1" name="image01__in_grid_1"/>
          <p:cNvSpPr/>
          <p:nvPr/>
        </p:nvSpPr>
        <p:spPr>
          <a:xfrm>
            <a:off x="2057400" y="256032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2" name="image01__in_grid_2"/>
          <p:cNvSpPr/>
          <p:nvPr/>
        </p:nvSpPr>
        <p:spPr>
          <a:xfrm>
            <a:off x="2057400" y="275844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3" name="image01__in_grid_3"/>
          <p:cNvSpPr/>
          <p:nvPr/>
        </p:nvSpPr>
        <p:spPr>
          <a:xfrm>
            <a:off x="2057400" y="295656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4" name="image01__in_grid_4"/>
          <p:cNvSpPr/>
          <p:nvPr/>
        </p:nvSpPr>
        <p:spPr>
          <a:xfrm>
            <a:off x="2057400" y="315468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5" name="image01__in_axis_0"/>
          <p:cNvSpPr txBox="1"/>
          <p:nvPr/>
        </p:nvSpPr>
        <p:spPr>
          <a:xfrm>
            <a:off x="1821180" y="308610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</a:t>
            </a:r>
            <a:endParaRPr lang="en-US" sz="740" dirty="0"/>
          </a:p>
        </p:txBody>
      </p:sp>
      <p:sp>
        <p:nvSpPr>
          <p:cNvPr id="66" name="image01__in_axis_1"/>
          <p:cNvSpPr txBox="1"/>
          <p:nvPr/>
        </p:nvSpPr>
        <p:spPr>
          <a:xfrm>
            <a:off x="1821180" y="288798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250</a:t>
            </a:r>
            <a:endParaRPr lang="en-US" sz="740" dirty="0"/>
          </a:p>
        </p:txBody>
      </p:sp>
      <p:sp>
        <p:nvSpPr>
          <p:cNvPr id="67" name="image01__in_axis_2"/>
          <p:cNvSpPr txBox="1"/>
          <p:nvPr/>
        </p:nvSpPr>
        <p:spPr>
          <a:xfrm>
            <a:off x="1821180" y="268986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500</a:t>
            </a:r>
            <a:endParaRPr lang="en-US" sz="740" dirty="0"/>
          </a:p>
        </p:txBody>
      </p:sp>
      <p:sp>
        <p:nvSpPr>
          <p:cNvPr id="68" name="image01__in_axis_3"/>
          <p:cNvSpPr txBox="1"/>
          <p:nvPr/>
        </p:nvSpPr>
        <p:spPr>
          <a:xfrm>
            <a:off x="1821180" y="249174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750</a:t>
            </a:r>
            <a:endParaRPr lang="en-US" sz="740" dirty="0"/>
          </a:p>
        </p:txBody>
      </p:sp>
      <p:sp>
        <p:nvSpPr>
          <p:cNvPr id="69" name="image01__in_axis_4"/>
          <p:cNvSpPr txBox="1"/>
          <p:nvPr/>
        </p:nvSpPr>
        <p:spPr>
          <a:xfrm>
            <a:off x="1821180" y="229362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1000</a:t>
            </a:r>
            <a:endParaRPr lang="en-US" sz="740" dirty="0"/>
          </a:p>
        </p:txBody>
      </p:sp>
      <p:sp>
        <p:nvSpPr>
          <p:cNvPr id="70" name="image01__in_bar_0"/>
          <p:cNvSpPr/>
          <p:nvPr/>
        </p:nvSpPr>
        <p:spPr>
          <a:xfrm>
            <a:off x="2301240" y="2994660"/>
            <a:ext cx="121920" cy="21336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image01__in_bar_1"/>
          <p:cNvSpPr/>
          <p:nvPr/>
        </p:nvSpPr>
        <p:spPr>
          <a:xfrm>
            <a:off x="2529840" y="2865120"/>
            <a:ext cx="121920" cy="34290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image01__in_bar_2"/>
          <p:cNvSpPr/>
          <p:nvPr/>
        </p:nvSpPr>
        <p:spPr>
          <a:xfrm>
            <a:off x="2758440" y="2735580"/>
            <a:ext cx="121920" cy="47244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image01__in_bar_3"/>
          <p:cNvSpPr/>
          <p:nvPr/>
        </p:nvSpPr>
        <p:spPr>
          <a:xfrm>
            <a:off x="2987040" y="2583180"/>
            <a:ext cx="121920" cy="62484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image01__in_bar_4"/>
          <p:cNvSpPr/>
          <p:nvPr/>
        </p:nvSpPr>
        <p:spPr>
          <a:xfrm>
            <a:off x="3215640" y="2369820"/>
            <a:ext cx="121920" cy="83820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image01__in_year_0"/>
          <p:cNvSpPr txBox="1"/>
          <p:nvPr/>
        </p:nvSpPr>
        <p:spPr>
          <a:xfrm>
            <a:off x="22555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2024</a:t>
            </a:r>
            <a:endParaRPr lang="en-US" sz="670" dirty="0"/>
          </a:p>
        </p:txBody>
      </p:sp>
      <p:sp>
        <p:nvSpPr>
          <p:cNvPr id="76" name="image01__in_year_1"/>
          <p:cNvSpPr txBox="1"/>
          <p:nvPr/>
        </p:nvSpPr>
        <p:spPr>
          <a:xfrm>
            <a:off x="24841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2025</a:t>
            </a:r>
            <a:endParaRPr lang="en-US" sz="670" dirty="0"/>
          </a:p>
        </p:txBody>
      </p:sp>
      <p:sp>
        <p:nvSpPr>
          <p:cNvPr id="77" name="image01__in_year_2"/>
          <p:cNvSpPr txBox="1"/>
          <p:nvPr/>
        </p:nvSpPr>
        <p:spPr>
          <a:xfrm>
            <a:off x="27127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2026</a:t>
            </a:r>
            <a:endParaRPr lang="en-US" sz="670" dirty="0"/>
          </a:p>
        </p:txBody>
      </p:sp>
      <p:sp>
        <p:nvSpPr>
          <p:cNvPr id="78" name="image01__in_year_3"/>
          <p:cNvSpPr txBox="1"/>
          <p:nvPr/>
        </p:nvSpPr>
        <p:spPr>
          <a:xfrm>
            <a:off x="29413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2027</a:t>
            </a:r>
            <a:endParaRPr lang="en-US" sz="670" dirty="0"/>
          </a:p>
        </p:txBody>
      </p:sp>
      <p:sp>
        <p:nvSpPr>
          <p:cNvPr id="79" name="image01__in_year_4"/>
          <p:cNvSpPr txBox="1"/>
          <p:nvPr/>
        </p:nvSpPr>
        <p:spPr>
          <a:xfrm>
            <a:off x="31699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2028</a:t>
            </a:r>
            <a:endParaRPr lang="en-US" sz="670" dirty="0"/>
          </a:p>
        </p:txBody>
      </p:sp>
      <p:sp>
        <p:nvSpPr>
          <p:cNvPr id="80" name="image01__tag_jpg_shadow"/>
          <p:cNvSpPr/>
          <p:nvPr/>
        </p:nvSpPr>
        <p:spPr>
          <a:xfrm>
            <a:off x="259080" y="3596640"/>
            <a:ext cx="8001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image01__tag_jpg"/>
          <p:cNvSpPr/>
          <p:nvPr/>
        </p:nvSpPr>
        <p:spPr>
          <a:xfrm>
            <a:off x="228600" y="3566160"/>
            <a:ext cx="800100" cy="289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82" name="image01__tag_jpg_text"/>
          <p:cNvSpPr txBox="1"/>
          <p:nvPr/>
        </p:nvSpPr>
        <p:spPr>
          <a:xfrm>
            <a:off x="281940" y="3619500"/>
            <a:ext cx="69342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0404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JPG / PNG</a:t>
            </a:r>
            <a:endParaRPr lang="en-US" sz="1150" dirty="0"/>
          </a:p>
        </p:txBody>
      </p:sp>
      <p:sp>
        <p:nvSpPr>
          <p:cNvPr id="83" name="image01__tag_flat_shadow"/>
          <p:cNvSpPr/>
          <p:nvPr/>
        </p:nvSpPr>
        <p:spPr>
          <a:xfrm>
            <a:off x="1135380" y="3596640"/>
            <a:ext cx="1295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image01__tag_flat"/>
          <p:cNvSpPr/>
          <p:nvPr/>
        </p:nvSpPr>
        <p:spPr>
          <a:xfrm>
            <a:off x="1104900" y="3566160"/>
            <a:ext cx="1295400" cy="289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85" name="image01__tag_flat_text"/>
          <p:cNvSpPr txBox="1"/>
          <p:nvPr/>
        </p:nvSpPr>
        <p:spPr>
          <a:xfrm>
            <a:off x="1158240" y="3619500"/>
            <a:ext cx="118872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0404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flattened slide</a:t>
            </a:r>
            <a:endParaRPr lang="en-US" sz="1150" dirty="0"/>
          </a:p>
        </p:txBody>
      </p:sp>
      <p:sp>
        <p:nvSpPr>
          <p:cNvPr id="86" name="image01__tag_shot_shadow"/>
          <p:cNvSpPr/>
          <p:nvPr/>
        </p:nvSpPr>
        <p:spPr>
          <a:xfrm>
            <a:off x="2522220" y="3596640"/>
            <a:ext cx="92964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image01__tag_shot"/>
          <p:cNvSpPr/>
          <p:nvPr/>
        </p:nvSpPr>
        <p:spPr>
          <a:xfrm>
            <a:off x="2491740" y="3566160"/>
            <a:ext cx="929640" cy="289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88" name="image01__tag_shot_text"/>
          <p:cNvSpPr txBox="1"/>
          <p:nvPr/>
        </p:nvSpPr>
        <p:spPr>
          <a:xfrm>
            <a:off x="2545080" y="3619500"/>
            <a:ext cx="82296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0404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screenshot</a:t>
            </a:r>
            <a:endParaRPr lang="en-US" sz="1150" dirty="0"/>
          </a:p>
        </p:txBody>
      </p:sp>
      <p:sp>
        <p:nvSpPr>
          <p:cNvPr id="89" name="image01__arrow_input_how"/>
          <p:cNvSpPr/>
          <p:nvPr/>
        </p:nvSpPr>
        <p:spPr>
          <a:xfrm>
            <a:off x="3474720" y="2628900"/>
            <a:ext cx="198120" cy="0"/>
          </a:xfrm>
          <a:prstGeom prst="line">
            <a:avLst/>
          </a:prstGeom>
          <a:noFill/>
          <a:ln w="1397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90" name="image01__step_num_1"/>
          <p:cNvSpPr/>
          <p:nvPr/>
        </p:nvSpPr>
        <p:spPr>
          <a:xfrm>
            <a:off x="425958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image01__step_num_text_1"/>
          <p:cNvSpPr txBox="1"/>
          <p:nvPr/>
        </p:nvSpPr>
        <p:spPr>
          <a:xfrm>
            <a:off x="429006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350" dirty="0"/>
          </a:p>
        </p:txBody>
      </p:sp>
      <p:sp>
        <p:nvSpPr>
          <p:cNvPr id="92" name="image01__step_circle_1"/>
          <p:cNvSpPr/>
          <p:nvPr/>
        </p:nvSpPr>
        <p:spPr>
          <a:xfrm>
            <a:off x="403860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93" name="image01__step_num_2"/>
          <p:cNvSpPr/>
          <p:nvPr/>
        </p:nvSpPr>
        <p:spPr>
          <a:xfrm>
            <a:off x="525780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image01__step_num_text_2"/>
          <p:cNvSpPr txBox="1"/>
          <p:nvPr/>
        </p:nvSpPr>
        <p:spPr>
          <a:xfrm>
            <a:off x="528828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350" dirty="0"/>
          </a:p>
        </p:txBody>
      </p:sp>
      <p:sp>
        <p:nvSpPr>
          <p:cNvPr id="95" name="image01__step_circle_2"/>
          <p:cNvSpPr/>
          <p:nvPr/>
        </p:nvSpPr>
        <p:spPr>
          <a:xfrm>
            <a:off x="503682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96" name="image01__step_num_3"/>
          <p:cNvSpPr/>
          <p:nvPr/>
        </p:nvSpPr>
        <p:spPr>
          <a:xfrm>
            <a:off x="625602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image01__step_num_text_3"/>
          <p:cNvSpPr txBox="1"/>
          <p:nvPr/>
        </p:nvSpPr>
        <p:spPr>
          <a:xfrm>
            <a:off x="628650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350" dirty="0"/>
          </a:p>
        </p:txBody>
      </p:sp>
      <p:sp>
        <p:nvSpPr>
          <p:cNvPr id="98" name="image01__step_circle_3"/>
          <p:cNvSpPr/>
          <p:nvPr/>
        </p:nvSpPr>
        <p:spPr>
          <a:xfrm>
            <a:off x="603504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99" name="image01__step_num_4"/>
          <p:cNvSpPr/>
          <p:nvPr/>
        </p:nvSpPr>
        <p:spPr>
          <a:xfrm>
            <a:off x="725424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image01__step_num_text_4"/>
          <p:cNvSpPr txBox="1"/>
          <p:nvPr/>
        </p:nvSpPr>
        <p:spPr>
          <a:xfrm>
            <a:off x="728472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1350" dirty="0"/>
          </a:p>
        </p:txBody>
      </p:sp>
      <p:sp>
        <p:nvSpPr>
          <p:cNvPr id="101" name="image01__step_circle_4"/>
          <p:cNvSpPr/>
          <p:nvPr/>
        </p:nvSpPr>
        <p:spPr>
          <a:xfrm>
            <a:off x="703326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102" name="image01__step1_t"/>
          <p:cNvSpPr txBox="1"/>
          <p:nvPr/>
        </p:nvSpPr>
        <p:spPr>
          <a:xfrm>
            <a:off x="4213860" y="2042160"/>
            <a:ext cx="3352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</a:t>
            </a:r>
            <a:endParaRPr lang="en-US" sz="2200" dirty="0"/>
          </a:p>
        </p:txBody>
      </p:sp>
      <p:sp>
        <p:nvSpPr>
          <p:cNvPr id="103" name="image01__step2_grid_outer"/>
          <p:cNvSpPr/>
          <p:nvPr/>
        </p:nvSpPr>
        <p:spPr>
          <a:xfrm>
            <a:off x="5257800" y="2095500"/>
            <a:ext cx="243840" cy="24384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42033"/>
            </a:solidFill>
            <a:prstDash val="solid"/>
          </a:ln>
        </p:spPr>
      </p:sp>
      <p:sp>
        <p:nvSpPr>
          <p:cNvPr id="104" name="image01__step2_v_701"/>
          <p:cNvSpPr/>
          <p:nvPr/>
        </p:nvSpPr>
        <p:spPr>
          <a:xfrm>
            <a:off x="5341620" y="2103120"/>
            <a:ext cx="0" cy="22860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5" name="image01__step2_v_712"/>
          <p:cNvSpPr/>
          <p:nvPr/>
        </p:nvSpPr>
        <p:spPr>
          <a:xfrm>
            <a:off x="5425440" y="2103120"/>
            <a:ext cx="0" cy="22860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6" name="image01__step2_h_286"/>
          <p:cNvSpPr/>
          <p:nvPr/>
        </p:nvSpPr>
        <p:spPr>
          <a:xfrm>
            <a:off x="5265420" y="2179320"/>
            <a:ext cx="228600" cy="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7" name="image01__step2_h_296"/>
          <p:cNvSpPr/>
          <p:nvPr/>
        </p:nvSpPr>
        <p:spPr>
          <a:xfrm>
            <a:off x="5265420" y="2255520"/>
            <a:ext cx="228600" cy="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8" name="image01__step3_box1"/>
          <p:cNvSpPr/>
          <p:nvPr/>
        </p:nvSpPr>
        <p:spPr>
          <a:xfrm>
            <a:off x="6225540" y="2080260"/>
            <a:ext cx="13716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42033"/>
            </a:solidFill>
            <a:prstDash val="solid"/>
          </a:ln>
        </p:spPr>
      </p:sp>
      <p:sp>
        <p:nvSpPr>
          <p:cNvPr id="109" name="image01__step3_box2"/>
          <p:cNvSpPr/>
          <p:nvPr/>
        </p:nvSpPr>
        <p:spPr>
          <a:xfrm>
            <a:off x="6393180" y="2080260"/>
            <a:ext cx="13716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42033"/>
            </a:solidFill>
            <a:prstDash val="solid"/>
          </a:ln>
        </p:spPr>
      </p:sp>
      <p:sp>
        <p:nvSpPr>
          <p:cNvPr id="110" name="image01__step4_teal"/>
          <p:cNvSpPr/>
          <p:nvPr/>
        </p:nvSpPr>
        <p:spPr>
          <a:xfrm>
            <a:off x="7216140" y="2034540"/>
            <a:ext cx="320040" cy="320040"/>
          </a:xfrm>
          <a:prstGeom prst="rect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image01__step4_check1"/>
          <p:cNvSpPr/>
          <p:nvPr/>
        </p:nvSpPr>
        <p:spPr>
          <a:xfrm>
            <a:off x="7284720" y="2194560"/>
            <a:ext cx="68580" cy="7620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image01__step4_check2"/>
          <p:cNvSpPr/>
          <p:nvPr/>
        </p:nvSpPr>
        <p:spPr>
          <a:xfrm>
            <a:off x="7353300" y="2118360"/>
            <a:ext cx="121920" cy="15240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3" name="image01__step_arrow_0"/>
          <p:cNvSpPr/>
          <p:nvPr/>
        </p:nvSpPr>
        <p:spPr>
          <a:xfrm>
            <a:off x="4747260" y="2217420"/>
            <a:ext cx="266700" cy="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14" name="image01__step_arrow_1"/>
          <p:cNvSpPr/>
          <p:nvPr/>
        </p:nvSpPr>
        <p:spPr>
          <a:xfrm>
            <a:off x="5745480" y="2217420"/>
            <a:ext cx="266700" cy="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15" name="image01__step_arrow_2"/>
          <p:cNvSpPr/>
          <p:nvPr/>
        </p:nvSpPr>
        <p:spPr>
          <a:xfrm>
            <a:off x="6743700" y="2217420"/>
            <a:ext cx="266700" cy="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16" name="image01__step_title_0_1"/>
          <p:cNvSpPr txBox="1"/>
          <p:nvPr/>
        </p:nvSpPr>
        <p:spPr>
          <a:xfrm>
            <a:off x="392430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OCR text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17" name="image01__step_desc_0_0"/>
          <p:cNvSpPr txBox="1"/>
          <p:nvPr/>
        </p:nvSpPr>
        <p:spPr>
          <a:xfrm>
            <a:off x="3878580" y="304038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Extract text</a:t>
            </a:r>
            <a:endParaRPr lang="en-US" sz="1070" dirty="0"/>
          </a:p>
        </p:txBody>
      </p:sp>
      <p:sp>
        <p:nvSpPr>
          <p:cNvPr id="118" name="image01__step_desc_0_1"/>
          <p:cNvSpPr txBox="1"/>
          <p:nvPr/>
        </p:nvSpPr>
        <p:spPr>
          <a:xfrm>
            <a:off x="3878580" y="317754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from the image</a:t>
            </a:r>
            <a:endParaRPr lang="en-US" sz="1070" dirty="0"/>
          </a:p>
        </p:txBody>
      </p:sp>
      <p:sp>
        <p:nvSpPr>
          <p:cNvPr id="119" name="image01__step_desc_0_2"/>
          <p:cNvSpPr txBox="1"/>
          <p:nvPr/>
        </p:nvSpPr>
        <p:spPr>
          <a:xfrm>
            <a:off x="3878580" y="331470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with high</a:t>
            </a:r>
            <a:endParaRPr lang="en-US" sz="1070" dirty="0"/>
          </a:p>
        </p:txBody>
      </p:sp>
      <p:sp>
        <p:nvSpPr>
          <p:cNvPr id="120" name="image01__step_desc_0_3"/>
          <p:cNvSpPr txBox="1"/>
          <p:nvPr/>
        </p:nvSpPr>
        <p:spPr>
          <a:xfrm>
            <a:off x="3878580" y="345186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accuracy.</a:t>
            </a:r>
            <a:endParaRPr lang="en-US" sz="1070" dirty="0"/>
          </a:p>
        </p:txBody>
      </p:sp>
      <p:sp>
        <p:nvSpPr>
          <p:cNvPr id="121" name="image01__step_title_1_1"/>
          <p:cNvSpPr txBox="1"/>
          <p:nvPr/>
        </p:nvSpPr>
        <p:spPr>
          <a:xfrm>
            <a:off x="492252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Layout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22" name="image01__step_title_1_2"/>
          <p:cNvSpPr txBox="1"/>
          <p:nvPr/>
        </p:nvSpPr>
        <p:spPr>
          <a:xfrm>
            <a:off x="4815840" y="2788920"/>
            <a:ext cx="112776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analysis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23" name="image01__step_desc_1_0"/>
          <p:cNvSpPr txBox="1"/>
          <p:nvPr/>
        </p:nvSpPr>
        <p:spPr>
          <a:xfrm>
            <a:off x="4876800" y="304038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Detect and</a:t>
            </a:r>
            <a:endParaRPr lang="en-US" sz="1070" dirty="0"/>
          </a:p>
        </p:txBody>
      </p:sp>
      <p:sp>
        <p:nvSpPr>
          <p:cNvPr id="124" name="image01__step_desc_1_1"/>
          <p:cNvSpPr txBox="1"/>
          <p:nvPr/>
        </p:nvSpPr>
        <p:spPr>
          <a:xfrm>
            <a:off x="4876800" y="317754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understand</a:t>
            </a:r>
            <a:endParaRPr lang="en-US" sz="1070" dirty="0"/>
          </a:p>
        </p:txBody>
      </p:sp>
      <p:sp>
        <p:nvSpPr>
          <p:cNvPr id="125" name="image01__step_desc_1_2"/>
          <p:cNvSpPr txBox="1"/>
          <p:nvPr/>
        </p:nvSpPr>
        <p:spPr>
          <a:xfrm>
            <a:off x="4876800" y="331470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structure,</a:t>
            </a:r>
            <a:endParaRPr lang="en-US" sz="1070" dirty="0"/>
          </a:p>
        </p:txBody>
      </p:sp>
      <p:sp>
        <p:nvSpPr>
          <p:cNvPr id="126" name="image01__step_desc_1_3"/>
          <p:cNvSpPr txBox="1"/>
          <p:nvPr/>
        </p:nvSpPr>
        <p:spPr>
          <a:xfrm>
            <a:off x="4876800" y="345186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regions,</a:t>
            </a:r>
            <a:endParaRPr lang="en-US" sz="1070" dirty="0"/>
          </a:p>
        </p:txBody>
      </p:sp>
      <p:sp>
        <p:nvSpPr>
          <p:cNvPr id="127" name="image01__step_desc_1_4"/>
          <p:cNvSpPr txBox="1"/>
          <p:nvPr/>
        </p:nvSpPr>
        <p:spPr>
          <a:xfrm>
            <a:off x="4876800" y="358902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and reading</a:t>
            </a:r>
            <a:endParaRPr lang="en-US" sz="1070" dirty="0"/>
          </a:p>
        </p:txBody>
      </p:sp>
      <p:sp>
        <p:nvSpPr>
          <p:cNvPr id="128" name="image01__step_desc_1_5"/>
          <p:cNvSpPr txBox="1"/>
          <p:nvPr/>
        </p:nvSpPr>
        <p:spPr>
          <a:xfrm>
            <a:off x="4876800" y="372618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order.</a:t>
            </a:r>
            <a:endParaRPr lang="en-US" sz="1070" dirty="0"/>
          </a:p>
        </p:txBody>
      </p:sp>
      <p:sp>
        <p:nvSpPr>
          <p:cNvPr id="129" name="image01__step_title_2_1"/>
          <p:cNvSpPr txBox="1"/>
          <p:nvPr/>
        </p:nvSpPr>
        <p:spPr>
          <a:xfrm>
            <a:off x="592074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Rebuild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30" name="image01__step_title_2_2"/>
          <p:cNvSpPr txBox="1"/>
          <p:nvPr/>
        </p:nvSpPr>
        <p:spPr>
          <a:xfrm>
            <a:off x="5814060" y="2788920"/>
            <a:ext cx="112776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text &amp; shapes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31" name="image01__step_desc_2_0"/>
          <p:cNvSpPr txBox="1"/>
          <p:nvPr/>
        </p:nvSpPr>
        <p:spPr>
          <a:xfrm>
            <a:off x="5875020" y="304038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Recreate</a:t>
            </a:r>
            <a:endParaRPr lang="en-US" sz="1070" dirty="0"/>
          </a:p>
        </p:txBody>
      </p:sp>
      <p:sp>
        <p:nvSpPr>
          <p:cNvPr id="132" name="image01__step_desc_2_1"/>
          <p:cNvSpPr txBox="1"/>
          <p:nvPr/>
        </p:nvSpPr>
        <p:spPr>
          <a:xfrm>
            <a:off x="5875020" y="317754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editable</a:t>
            </a:r>
            <a:endParaRPr lang="en-US" sz="1070" dirty="0"/>
          </a:p>
        </p:txBody>
      </p:sp>
      <p:sp>
        <p:nvSpPr>
          <p:cNvPr id="133" name="image01__step_desc_2_2"/>
          <p:cNvSpPr txBox="1"/>
          <p:nvPr/>
        </p:nvSpPr>
        <p:spPr>
          <a:xfrm>
            <a:off x="5875020" y="331470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text boxes,</a:t>
            </a:r>
            <a:endParaRPr lang="en-US" sz="1070" dirty="0"/>
          </a:p>
        </p:txBody>
      </p:sp>
      <p:sp>
        <p:nvSpPr>
          <p:cNvPr id="134" name="image01__step_desc_2_3"/>
          <p:cNvSpPr txBox="1"/>
          <p:nvPr/>
        </p:nvSpPr>
        <p:spPr>
          <a:xfrm>
            <a:off x="5875020" y="345186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charts, and</a:t>
            </a:r>
            <a:endParaRPr lang="en-US" sz="1070" dirty="0"/>
          </a:p>
        </p:txBody>
      </p:sp>
      <p:sp>
        <p:nvSpPr>
          <p:cNvPr id="135" name="image01__step_desc_2_4"/>
          <p:cNvSpPr txBox="1"/>
          <p:nvPr/>
        </p:nvSpPr>
        <p:spPr>
          <a:xfrm>
            <a:off x="5875020" y="358902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native</a:t>
            </a:r>
            <a:endParaRPr lang="en-US" sz="1070" dirty="0"/>
          </a:p>
        </p:txBody>
      </p:sp>
      <p:sp>
        <p:nvSpPr>
          <p:cNvPr id="136" name="image01__step_desc_2_5"/>
          <p:cNvSpPr txBox="1"/>
          <p:nvPr/>
        </p:nvSpPr>
        <p:spPr>
          <a:xfrm>
            <a:off x="5875020" y="372618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PowerPoint</a:t>
            </a:r>
            <a:endParaRPr lang="en-US" sz="1070" dirty="0"/>
          </a:p>
        </p:txBody>
      </p:sp>
      <p:sp>
        <p:nvSpPr>
          <p:cNvPr id="137" name="image01__step_desc_2_6"/>
          <p:cNvSpPr txBox="1"/>
          <p:nvPr/>
        </p:nvSpPr>
        <p:spPr>
          <a:xfrm>
            <a:off x="5875020" y="386334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shapes.</a:t>
            </a:r>
            <a:endParaRPr lang="en-US" sz="1070" dirty="0"/>
          </a:p>
        </p:txBody>
      </p:sp>
      <p:sp>
        <p:nvSpPr>
          <p:cNvPr id="138" name="image01__step_title_3_1"/>
          <p:cNvSpPr txBox="1"/>
          <p:nvPr/>
        </p:nvSpPr>
        <p:spPr>
          <a:xfrm>
            <a:off x="691896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Render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39" name="image01__step_title_3_2"/>
          <p:cNvSpPr txBox="1"/>
          <p:nvPr/>
        </p:nvSpPr>
        <p:spPr>
          <a:xfrm>
            <a:off x="6875780" y="2788920"/>
            <a:ext cx="112776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verification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40" name="image01__step_desc_3_0"/>
          <p:cNvSpPr txBox="1"/>
          <p:nvPr/>
        </p:nvSpPr>
        <p:spPr>
          <a:xfrm>
            <a:off x="6873240" y="304038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Compare</a:t>
            </a:r>
            <a:endParaRPr lang="en-US" sz="1070" dirty="0"/>
          </a:p>
        </p:txBody>
      </p:sp>
      <p:sp>
        <p:nvSpPr>
          <p:cNvPr id="141" name="image01__step_desc_3_1"/>
          <p:cNvSpPr txBox="1"/>
          <p:nvPr/>
        </p:nvSpPr>
        <p:spPr>
          <a:xfrm>
            <a:off x="6873240" y="317754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rendering to</a:t>
            </a:r>
            <a:endParaRPr lang="en-US" sz="1070" dirty="0"/>
          </a:p>
        </p:txBody>
      </p:sp>
      <p:sp>
        <p:nvSpPr>
          <p:cNvPr id="142" name="image01__step_desc_3_2"/>
          <p:cNvSpPr txBox="1"/>
          <p:nvPr/>
        </p:nvSpPr>
        <p:spPr>
          <a:xfrm>
            <a:off x="6873240" y="331470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ensure source-</a:t>
            </a:r>
            <a:endParaRPr lang="en-US" sz="1070" dirty="0"/>
          </a:p>
        </p:txBody>
      </p:sp>
      <p:sp>
        <p:nvSpPr>
          <p:cNvPr id="143" name="image01__step_desc_3_3"/>
          <p:cNvSpPr txBox="1"/>
          <p:nvPr/>
        </p:nvSpPr>
        <p:spPr>
          <a:xfrm>
            <a:off x="6873240" y="345186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faithful</a:t>
            </a:r>
            <a:endParaRPr lang="en-US" sz="1070" dirty="0"/>
          </a:p>
        </p:txBody>
      </p:sp>
      <p:sp>
        <p:nvSpPr>
          <p:cNvPr id="144" name="image01__step_desc_3_4"/>
          <p:cNvSpPr txBox="1"/>
          <p:nvPr/>
        </p:nvSpPr>
        <p:spPr>
          <a:xfrm>
            <a:off x="6873240" y="3589020"/>
            <a:ext cx="100584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results.</a:t>
            </a:r>
            <a:endParaRPr lang="en-US" sz="1070" dirty="0"/>
          </a:p>
        </p:txBody>
      </p:sp>
      <p:sp>
        <p:nvSpPr>
          <p:cNvPr id="145" name="image01__arrow_how_output"/>
          <p:cNvSpPr/>
          <p:nvPr/>
        </p:nvSpPr>
        <p:spPr>
          <a:xfrm>
            <a:off x="7985760" y="2628900"/>
            <a:ext cx="91440" cy="0"/>
          </a:xfrm>
          <a:prstGeom prst="line">
            <a:avLst/>
          </a:prstGeom>
          <a:noFill/>
          <a:ln w="1397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46" name="image01__output_preview"/>
          <p:cNvSpPr/>
          <p:nvPr/>
        </p:nvSpPr>
        <p:spPr>
          <a:xfrm>
            <a:off x="8267700" y="1645920"/>
            <a:ext cx="3604260" cy="1447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147" name="image01__out_ribbon_blue"/>
          <p:cNvSpPr/>
          <p:nvPr/>
        </p:nvSpPr>
        <p:spPr>
          <a:xfrm>
            <a:off x="11635740" y="1645920"/>
            <a:ext cx="236220" cy="236220"/>
          </a:xfrm>
          <a:prstGeom prst="rtTriangl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image01__out_ribbon_green"/>
          <p:cNvSpPr/>
          <p:nvPr/>
        </p:nvSpPr>
        <p:spPr>
          <a:xfrm>
            <a:off x="11757660" y="1645920"/>
            <a:ext cx="114300" cy="114300"/>
          </a:xfrm>
          <a:prstGeom prst="rtTriangl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image01__out_chart_title"/>
          <p:cNvSpPr txBox="1"/>
          <p:nvPr/>
        </p:nvSpPr>
        <p:spPr>
          <a:xfrm>
            <a:off x="8412480" y="1790700"/>
            <a:ext cx="160020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Market Growth Outlook</a:t>
            </a:r>
            <a:endParaRPr lang="en-US" sz="1120" dirty="0"/>
          </a:p>
        </p:txBody>
      </p:sp>
      <p:sp>
        <p:nvSpPr>
          <p:cNvPr id="150" name="image01__out_chart_sub1"/>
          <p:cNvSpPr txBox="1"/>
          <p:nvPr/>
        </p:nvSpPr>
        <p:spPr>
          <a:xfrm>
            <a:off x="8412480" y="1958340"/>
            <a:ext cx="17526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Global market is projected to grow</a:t>
            </a:r>
            <a:endParaRPr lang="en-US" sz="820" dirty="0"/>
          </a:p>
        </p:txBody>
      </p:sp>
      <p:sp>
        <p:nvSpPr>
          <p:cNvPr id="151" name="image01__out_chart_sub2"/>
          <p:cNvSpPr txBox="1"/>
          <p:nvPr/>
        </p:nvSpPr>
        <p:spPr>
          <a:xfrm>
            <a:off x="8412480" y="2072640"/>
            <a:ext cx="17526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strongly over the next five years.</a:t>
            </a:r>
            <a:endParaRPr lang="en-US" sz="820" dirty="0"/>
          </a:p>
        </p:txBody>
      </p:sp>
      <p:sp>
        <p:nvSpPr>
          <p:cNvPr id="152" name="image01__om1_circle"/>
          <p:cNvSpPr/>
          <p:nvPr/>
        </p:nvSpPr>
        <p:spPr>
          <a:xfrm>
            <a:off x="8420100" y="2217420"/>
            <a:ext cx="182880" cy="182880"/>
          </a:xfrm>
          <a:prstGeom prst="ellips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image01__om2_circle"/>
          <p:cNvSpPr/>
          <p:nvPr/>
        </p:nvSpPr>
        <p:spPr>
          <a:xfrm>
            <a:off x="8420100" y="2484120"/>
            <a:ext cx="182880" cy="182880"/>
          </a:xfrm>
          <a:prstGeom prst="ellips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image01__om3_circle"/>
          <p:cNvSpPr/>
          <p:nvPr/>
        </p:nvSpPr>
        <p:spPr>
          <a:xfrm>
            <a:off x="8420100" y="2667000"/>
            <a:ext cx="182880" cy="182880"/>
          </a:xfrm>
          <a:prstGeom prst="ellipse">
            <a:avLst/>
          </a:prstGeom>
          <a:solidFill>
            <a:srgbClr val="7665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image01__om1_l1"/>
          <p:cNvSpPr/>
          <p:nvPr/>
        </p:nvSpPr>
        <p:spPr>
          <a:xfrm>
            <a:off x="8458200" y="2293620"/>
            <a:ext cx="38100" cy="4572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6" name="image01__om1_l2"/>
          <p:cNvSpPr/>
          <p:nvPr/>
        </p:nvSpPr>
        <p:spPr>
          <a:xfrm>
            <a:off x="8496300" y="2293620"/>
            <a:ext cx="38100" cy="2286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7" name="image01__om1_l3"/>
          <p:cNvSpPr/>
          <p:nvPr/>
        </p:nvSpPr>
        <p:spPr>
          <a:xfrm>
            <a:off x="8534400" y="2247900"/>
            <a:ext cx="45720" cy="685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8" name="image01__om1_label"/>
          <p:cNvSpPr txBox="1"/>
          <p:nvPr/>
        </p:nvSpPr>
        <p:spPr>
          <a:xfrm>
            <a:off x="8663940" y="2202180"/>
            <a:ext cx="11430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CAGR (2024-2029)</a:t>
            </a:r>
            <a:endParaRPr lang="en-US" sz="790" dirty="0"/>
          </a:p>
        </p:txBody>
      </p:sp>
      <p:sp>
        <p:nvSpPr>
          <p:cNvPr id="159" name="image01__om1_value"/>
          <p:cNvSpPr txBox="1"/>
          <p:nvPr/>
        </p:nvSpPr>
        <p:spPr>
          <a:xfrm>
            <a:off x="8663940" y="2316480"/>
            <a:ext cx="457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A82C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8.7%</a:t>
            </a:r>
            <a:endParaRPr lang="en-US" sz="1020" dirty="0"/>
          </a:p>
        </p:txBody>
      </p:sp>
      <p:sp>
        <p:nvSpPr>
          <p:cNvPr id="160" name="image01__om2_label"/>
          <p:cNvSpPr txBox="1"/>
          <p:nvPr/>
        </p:nvSpPr>
        <p:spPr>
          <a:xfrm>
            <a:off x="8663940" y="2468880"/>
            <a:ext cx="11811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Market Size in 2029</a:t>
            </a:r>
            <a:endParaRPr lang="en-US" sz="790" dirty="0"/>
          </a:p>
        </p:txBody>
      </p:sp>
      <p:sp>
        <p:nvSpPr>
          <p:cNvPr id="161" name="image01__om2_value"/>
          <p:cNvSpPr txBox="1"/>
          <p:nvPr/>
        </p:nvSpPr>
        <p:spPr>
          <a:xfrm>
            <a:off x="8663940" y="2583180"/>
            <a:ext cx="457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5B5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$1.2T</a:t>
            </a:r>
            <a:endParaRPr lang="en-US" sz="1020" dirty="0"/>
          </a:p>
        </p:txBody>
      </p:sp>
      <p:sp>
        <p:nvSpPr>
          <p:cNvPr id="162" name="image01__om3_label"/>
          <p:cNvSpPr txBox="1"/>
          <p:nvPr/>
        </p:nvSpPr>
        <p:spPr>
          <a:xfrm>
            <a:off x="8663940" y="2651760"/>
            <a:ext cx="7620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Regions</a:t>
            </a:r>
            <a:endParaRPr lang="en-US" sz="790" dirty="0"/>
          </a:p>
        </p:txBody>
      </p:sp>
      <p:sp>
        <p:nvSpPr>
          <p:cNvPr id="163" name="image01__om3_value"/>
          <p:cNvSpPr txBox="1"/>
          <p:nvPr/>
        </p:nvSpPr>
        <p:spPr>
          <a:xfrm>
            <a:off x="8663940" y="2766060"/>
            <a:ext cx="12192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7665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North America, Europe,</a:t>
            </a:r>
            <a:endParaRPr lang="en-US" sz="820" dirty="0"/>
          </a:p>
        </p:txBody>
      </p:sp>
      <p:sp>
        <p:nvSpPr>
          <p:cNvPr id="164" name="image01__out_bar_title"/>
          <p:cNvSpPr txBox="1"/>
          <p:nvPr/>
        </p:nvSpPr>
        <p:spPr>
          <a:xfrm>
            <a:off x="10378440" y="1889760"/>
            <a:ext cx="124968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Market Size ($B Billion)</a:t>
            </a:r>
            <a:endParaRPr lang="en-US" sz="820" dirty="0"/>
          </a:p>
        </p:txBody>
      </p:sp>
      <p:sp>
        <p:nvSpPr>
          <p:cNvPr id="165" name="image01__out_grid_0"/>
          <p:cNvSpPr/>
          <p:nvPr/>
        </p:nvSpPr>
        <p:spPr>
          <a:xfrm>
            <a:off x="10386060" y="215646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66" name="image01__out_grid_1"/>
          <p:cNvSpPr/>
          <p:nvPr/>
        </p:nvSpPr>
        <p:spPr>
          <a:xfrm>
            <a:off x="10386060" y="233934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67" name="image01__out_grid_2"/>
          <p:cNvSpPr/>
          <p:nvPr/>
        </p:nvSpPr>
        <p:spPr>
          <a:xfrm>
            <a:off x="10386060" y="252222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68" name="image01__out_grid_3"/>
          <p:cNvSpPr/>
          <p:nvPr/>
        </p:nvSpPr>
        <p:spPr>
          <a:xfrm>
            <a:off x="10386060" y="270510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69" name="image01__out_grid_4"/>
          <p:cNvSpPr/>
          <p:nvPr/>
        </p:nvSpPr>
        <p:spPr>
          <a:xfrm>
            <a:off x="10386060" y="288798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70" name="image01__out_bar_0"/>
          <p:cNvSpPr/>
          <p:nvPr/>
        </p:nvSpPr>
        <p:spPr>
          <a:xfrm>
            <a:off x="10553700" y="2727960"/>
            <a:ext cx="121920" cy="18288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image01__out_bar_1"/>
          <p:cNvSpPr/>
          <p:nvPr/>
        </p:nvSpPr>
        <p:spPr>
          <a:xfrm>
            <a:off x="10797540" y="2621280"/>
            <a:ext cx="121920" cy="28956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image01__out_bar_2"/>
          <p:cNvSpPr/>
          <p:nvPr/>
        </p:nvSpPr>
        <p:spPr>
          <a:xfrm>
            <a:off x="11041380" y="2499360"/>
            <a:ext cx="121920" cy="41148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image01__out_bar_3"/>
          <p:cNvSpPr/>
          <p:nvPr/>
        </p:nvSpPr>
        <p:spPr>
          <a:xfrm>
            <a:off x="11285220" y="2346960"/>
            <a:ext cx="121920" cy="56388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image01__out_bar_4"/>
          <p:cNvSpPr/>
          <p:nvPr/>
        </p:nvSpPr>
        <p:spPr>
          <a:xfrm>
            <a:off x="11529060" y="2164080"/>
            <a:ext cx="121920" cy="74676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image01__out_year_0"/>
          <p:cNvSpPr txBox="1"/>
          <p:nvPr/>
        </p:nvSpPr>
        <p:spPr>
          <a:xfrm>
            <a:off x="1050036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2024</a:t>
            </a:r>
            <a:endParaRPr lang="en-US" sz="650" dirty="0"/>
          </a:p>
        </p:txBody>
      </p:sp>
      <p:sp>
        <p:nvSpPr>
          <p:cNvPr id="176" name="image01__out_year_1"/>
          <p:cNvSpPr txBox="1"/>
          <p:nvPr/>
        </p:nvSpPr>
        <p:spPr>
          <a:xfrm>
            <a:off x="1074420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2025</a:t>
            </a:r>
            <a:endParaRPr lang="en-US" sz="650" dirty="0"/>
          </a:p>
        </p:txBody>
      </p:sp>
      <p:sp>
        <p:nvSpPr>
          <p:cNvPr id="177" name="image01__out_year_2"/>
          <p:cNvSpPr txBox="1"/>
          <p:nvPr/>
        </p:nvSpPr>
        <p:spPr>
          <a:xfrm>
            <a:off x="1098804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2026</a:t>
            </a:r>
            <a:endParaRPr lang="en-US" sz="650" dirty="0"/>
          </a:p>
        </p:txBody>
      </p:sp>
      <p:sp>
        <p:nvSpPr>
          <p:cNvPr id="178" name="image01__out_year_3"/>
          <p:cNvSpPr txBox="1"/>
          <p:nvPr/>
        </p:nvSpPr>
        <p:spPr>
          <a:xfrm>
            <a:off x="1123188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2027</a:t>
            </a:r>
            <a:endParaRPr lang="en-US" sz="650" dirty="0"/>
          </a:p>
        </p:txBody>
      </p:sp>
      <p:sp>
        <p:nvSpPr>
          <p:cNvPr id="179" name="image01__out_year_4"/>
          <p:cNvSpPr txBox="1"/>
          <p:nvPr/>
        </p:nvSpPr>
        <p:spPr>
          <a:xfrm>
            <a:off x="1147572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2028</a:t>
            </a:r>
            <a:endParaRPr lang="en-US" sz="650" dirty="0"/>
          </a:p>
        </p:txBody>
      </p:sp>
      <p:sp>
        <p:nvSpPr>
          <p:cNvPr id="180" name="image01__out_inner_edit"/>
          <p:cNvSpPr/>
          <p:nvPr/>
        </p:nvSpPr>
        <p:spPr>
          <a:xfrm>
            <a:off x="8351520" y="2926080"/>
            <a:ext cx="1676400" cy="137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6B0B"/>
            </a:solidFill>
            <a:prstDash val="solid"/>
          </a:ln>
        </p:spPr>
      </p:sp>
      <p:sp>
        <p:nvSpPr>
          <p:cNvPr id="181" name="image01__out_inner_edit_t"/>
          <p:cNvSpPr txBox="1"/>
          <p:nvPr/>
        </p:nvSpPr>
        <p:spPr>
          <a:xfrm>
            <a:off x="8382000" y="2933700"/>
            <a:ext cx="161544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3C3C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editable text</a:t>
            </a:r>
            <a:endParaRPr lang="en-US" sz="730" dirty="0"/>
          </a:p>
        </p:txBody>
      </p:sp>
      <p:sp>
        <p:nvSpPr>
          <p:cNvPr id="182" name="image01__out_inner_native"/>
          <p:cNvSpPr/>
          <p:nvPr/>
        </p:nvSpPr>
        <p:spPr>
          <a:xfrm>
            <a:off x="10096500" y="2926080"/>
            <a:ext cx="1676400" cy="137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6B0B"/>
            </a:solidFill>
            <a:prstDash val="solid"/>
          </a:ln>
        </p:spPr>
      </p:sp>
      <p:sp>
        <p:nvSpPr>
          <p:cNvPr id="183" name="image01__out_inner_native_t"/>
          <p:cNvSpPr txBox="1"/>
          <p:nvPr/>
        </p:nvSpPr>
        <p:spPr>
          <a:xfrm>
            <a:off x="10126980" y="2933700"/>
            <a:ext cx="161544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3C3C3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native shapes</a:t>
            </a:r>
            <a:endParaRPr lang="en-US" sz="730" dirty="0"/>
          </a:p>
        </p:txBody>
      </p:sp>
      <p:sp>
        <p:nvSpPr>
          <p:cNvPr id="184" name="image01__out_tag_edit_shadow"/>
          <p:cNvSpPr/>
          <p:nvPr/>
        </p:nvSpPr>
        <p:spPr>
          <a:xfrm>
            <a:off x="8343900" y="350520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image01__out_tag_edit"/>
          <p:cNvSpPr/>
          <p:nvPr/>
        </p:nvSpPr>
        <p:spPr>
          <a:xfrm>
            <a:off x="8305800" y="345948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86" name="image01__out_tag_edit_t"/>
          <p:cNvSpPr txBox="1"/>
          <p:nvPr/>
        </p:nvSpPr>
        <p:spPr>
          <a:xfrm>
            <a:off x="8366760" y="351282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30303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editable text</a:t>
            </a:r>
            <a:endParaRPr lang="en-US" sz="1140" dirty="0"/>
          </a:p>
        </p:txBody>
      </p:sp>
      <p:sp>
        <p:nvSpPr>
          <p:cNvPr id="187" name="image01__out_tag_native_shadow"/>
          <p:cNvSpPr/>
          <p:nvPr/>
        </p:nvSpPr>
        <p:spPr>
          <a:xfrm>
            <a:off x="10126980" y="350520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image01__out_tag_native"/>
          <p:cNvSpPr/>
          <p:nvPr/>
        </p:nvSpPr>
        <p:spPr>
          <a:xfrm>
            <a:off x="10088880" y="345948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89" name="image01__out_tag_native_t"/>
          <p:cNvSpPr txBox="1"/>
          <p:nvPr/>
        </p:nvSpPr>
        <p:spPr>
          <a:xfrm>
            <a:off x="10149840" y="351282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30303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native shapes</a:t>
            </a:r>
            <a:endParaRPr lang="en-US" sz="1140" dirty="0"/>
          </a:p>
        </p:txBody>
      </p:sp>
      <p:sp>
        <p:nvSpPr>
          <p:cNvPr id="190" name="image01__out_tag_white_shadow"/>
          <p:cNvSpPr/>
          <p:nvPr/>
        </p:nvSpPr>
        <p:spPr>
          <a:xfrm>
            <a:off x="8343900" y="389382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image01__out_tag_white"/>
          <p:cNvSpPr/>
          <p:nvPr/>
        </p:nvSpPr>
        <p:spPr>
          <a:xfrm>
            <a:off x="8305800" y="384810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92" name="image01__out_tag_white_t"/>
          <p:cNvSpPr txBox="1"/>
          <p:nvPr/>
        </p:nvSpPr>
        <p:spPr>
          <a:xfrm>
            <a:off x="8366760" y="390144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30303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pure white background</a:t>
            </a:r>
            <a:endParaRPr lang="en-US" sz="1140" dirty="0"/>
          </a:p>
        </p:txBody>
      </p:sp>
      <p:sp>
        <p:nvSpPr>
          <p:cNvPr id="193" name="image01__out_tag_layout_shadow"/>
          <p:cNvSpPr/>
          <p:nvPr/>
        </p:nvSpPr>
        <p:spPr>
          <a:xfrm>
            <a:off x="10126980" y="389382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image01__out_tag_layout"/>
          <p:cNvSpPr/>
          <p:nvPr/>
        </p:nvSpPr>
        <p:spPr>
          <a:xfrm>
            <a:off x="10088880" y="384810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95" name="image01__out_tag_layout_t"/>
          <p:cNvSpPr txBox="1"/>
          <p:nvPr/>
        </p:nvSpPr>
        <p:spPr>
          <a:xfrm>
            <a:off x="10149840" y="390144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30303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source-faithful layout</a:t>
            </a:r>
            <a:endParaRPr lang="en-US" sz="1140" dirty="0"/>
          </a:p>
        </p:txBody>
      </p:sp>
      <p:sp>
        <p:nvSpPr>
          <p:cNvPr id="196" name="image01__why_icon_1"/>
          <p:cNvSpPr/>
          <p:nvPr/>
        </p:nvSpPr>
        <p:spPr>
          <a:xfrm>
            <a:off x="205740" y="4495800"/>
            <a:ext cx="129540" cy="0"/>
          </a:xfrm>
          <a:prstGeom prst="line">
            <a:avLst/>
          </a:prstGeom>
          <a:noFill/>
          <a:ln w="2159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197" name="image01__why_icon_2"/>
          <p:cNvSpPr/>
          <p:nvPr/>
        </p:nvSpPr>
        <p:spPr>
          <a:xfrm>
            <a:off x="205740" y="4556760"/>
            <a:ext cx="129540" cy="0"/>
          </a:xfrm>
          <a:prstGeom prst="line">
            <a:avLst/>
          </a:prstGeom>
          <a:noFill/>
          <a:ln w="2159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198" name="image01__why_icon_3"/>
          <p:cNvSpPr/>
          <p:nvPr/>
        </p:nvSpPr>
        <p:spPr>
          <a:xfrm>
            <a:off x="205740" y="4617720"/>
            <a:ext cx="129540" cy="0"/>
          </a:xfrm>
          <a:prstGeom prst="line">
            <a:avLst/>
          </a:prstGeom>
          <a:noFill/>
          <a:ln w="2159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199" name="image01__why_header"/>
          <p:cNvSpPr txBox="1"/>
          <p:nvPr/>
        </p:nvSpPr>
        <p:spPr>
          <a:xfrm>
            <a:off x="396240" y="4404360"/>
            <a:ext cx="1905000" cy="289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5A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WHY IT HELPS</a:t>
            </a:r>
            <a:endParaRPr lang="en-US" sz="2000" dirty="0"/>
          </a:p>
        </p:txBody>
      </p:sp>
      <p:sp>
        <p:nvSpPr>
          <p:cNvPr id="200" name="image01__card_shadow_0"/>
          <p:cNvSpPr/>
          <p:nvPr/>
        </p:nvSpPr>
        <p:spPr>
          <a:xfrm>
            <a:off x="13716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image01__card_0"/>
          <p:cNvSpPr/>
          <p:nvPr/>
        </p:nvSpPr>
        <p:spPr>
          <a:xfrm>
            <a:off x="9144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202" name="image01__card_icon_bg_0"/>
          <p:cNvSpPr/>
          <p:nvPr/>
        </p:nvSpPr>
        <p:spPr>
          <a:xfrm>
            <a:off x="304800" y="4892040"/>
            <a:ext cx="502920" cy="502920"/>
          </a:xfrm>
          <a:prstGeom prst="ellipse">
            <a:avLst/>
          </a:prstGeom>
          <a:solidFill>
            <a:srgbClr val="FF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image01__card_shadow_1"/>
          <p:cNvSpPr/>
          <p:nvPr/>
        </p:nvSpPr>
        <p:spPr>
          <a:xfrm>
            <a:off x="316230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image01__card_1"/>
          <p:cNvSpPr/>
          <p:nvPr/>
        </p:nvSpPr>
        <p:spPr>
          <a:xfrm>
            <a:off x="311658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205" name="image01__card_icon_bg_1"/>
          <p:cNvSpPr/>
          <p:nvPr/>
        </p:nvSpPr>
        <p:spPr>
          <a:xfrm>
            <a:off x="3329940" y="4892040"/>
            <a:ext cx="502920" cy="50292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image01__card_shadow_2"/>
          <p:cNvSpPr/>
          <p:nvPr/>
        </p:nvSpPr>
        <p:spPr>
          <a:xfrm>
            <a:off x="618744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image01__card_2"/>
          <p:cNvSpPr/>
          <p:nvPr/>
        </p:nvSpPr>
        <p:spPr>
          <a:xfrm>
            <a:off x="614172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208" name="image01__card_icon_bg_2"/>
          <p:cNvSpPr/>
          <p:nvPr/>
        </p:nvSpPr>
        <p:spPr>
          <a:xfrm>
            <a:off x="6355080" y="4892040"/>
            <a:ext cx="502920" cy="502920"/>
          </a:xfrm>
          <a:prstGeom prst="ellipse">
            <a:avLst/>
          </a:prstGeom>
          <a:solidFill>
            <a:srgbClr val="EAF3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image01__card_shadow_3"/>
          <p:cNvSpPr/>
          <p:nvPr/>
        </p:nvSpPr>
        <p:spPr>
          <a:xfrm>
            <a:off x="921258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image01__card_3"/>
          <p:cNvSpPr/>
          <p:nvPr/>
        </p:nvSpPr>
        <p:spPr>
          <a:xfrm>
            <a:off x="916686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211" name="image01__card_icon_bg_3"/>
          <p:cNvSpPr/>
          <p:nvPr/>
        </p:nvSpPr>
        <p:spPr>
          <a:xfrm>
            <a:off x="9380220" y="4892040"/>
            <a:ext cx="502920" cy="502920"/>
          </a:xfrm>
          <a:prstGeom prst="ellipse">
            <a:avLst/>
          </a:prstGeom>
          <a:solidFill>
            <a:srgbClr val="F3E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image01__card0_copy_back"/>
          <p:cNvSpPr/>
          <p:nvPr/>
        </p:nvSpPr>
        <p:spPr>
          <a:xfrm>
            <a:off x="342900" y="5029200"/>
            <a:ext cx="152400" cy="2133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6B0B"/>
            </a:solidFill>
            <a:prstDash val="solid"/>
          </a:ln>
        </p:spPr>
      </p:sp>
      <p:sp>
        <p:nvSpPr>
          <p:cNvPr id="213" name="image01__card0_copy_front"/>
          <p:cNvSpPr/>
          <p:nvPr/>
        </p:nvSpPr>
        <p:spPr>
          <a:xfrm>
            <a:off x="388620" y="4983480"/>
            <a:ext cx="152400" cy="2133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6B0B"/>
            </a:solidFill>
            <a:prstDash val="solid"/>
          </a:ln>
        </p:spPr>
      </p:sp>
      <p:sp>
        <p:nvSpPr>
          <p:cNvPr id="214" name="image01__card1_pencil_body"/>
          <p:cNvSpPr/>
          <p:nvPr/>
        </p:nvSpPr>
        <p:spPr>
          <a:xfrm rot="-2100000">
            <a:off x="3406140" y="4998720"/>
            <a:ext cx="91440" cy="274320"/>
          </a:xfrm>
          <a:prstGeom prst="rect">
            <a:avLst/>
          </a:prstGeom>
          <a:solidFill>
            <a:srgbClr val="56C9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image01__card1_pencil_tip"/>
          <p:cNvSpPr/>
          <p:nvPr/>
        </p:nvSpPr>
        <p:spPr>
          <a:xfrm rot="8700000">
            <a:off x="3467100" y="5234940"/>
            <a:ext cx="91440" cy="91440"/>
          </a:xfrm>
          <a:prstGeom prst="triangle">
            <a:avLst/>
          </a:prstGeom>
          <a:solidFill>
            <a:srgbClr val="56C9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image01__card2_page_back"/>
          <p:cNvSpPr/>
          <p:nvPr/>
        </p:nvSpPr>
        <p:spPr>
          <a:xfrm>
            <a:off x="6400800" y="5013960"/>
            <a:ext cx="167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82C4"/>
            </a:solidFill>
            <a:prstDash val="solid"/>
          </a:ln>
        </p:spPr>
      </p:sp>
      <p:sp>
        <p:nvSpPr>
          <p:cNvPr id="217" name="image01__card2_page_front"/>
          <p:cNvSpPr/>
          <p:nvPr/>
        </p:nvSpPr>
        <p:spPr>
          <a:xfrm>
            <a:off x="6446520" y="4975860"/>
            <a:ext cx="167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82C4"/>
            </a:solidFill>
            <a:prstDash val="solid"/>
          </a:ln>
        </p:spPr>
      </p:sp>
      <p:sp>
        <p:nvSpPr>
          <p:cNvPr id="218" name="image01__card3_chev1"/>
          <p:cNvSpPr/>
          <p:nvPr/>
        </p:nvSpPr>
        <p:spPr>
          <a:xfrm>
            <a:off x="9502140" y="5021580"/>
            <a:ext cx="137160" cy="182880"/>
          </a:xfrm>
          <a:prstGeom prst="chevron">
            <a:avLst/>
          </a:prstGeom>
          <a:solidFill>
            <a:srgbClr val="A62B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image01__card3_chev2"/>
          <p:cNvSpPr/>
          <p:nvPr/>
        </p:nvSpPr>
        <p:spPr>
          <a:xfrm>
            <a:off x="9593580" y="5021580"/>
            <a:ext cx="137160" cy="182880"/>
          </a:xfrm>
          <a:prstGeom prst="chevron">
            <a:avLst/>
          </a:prstGeom>
          <a:solidFill>
            <a:srgbClr val="A62B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image01__card_title_0_1"/>
          <p:cNvSpPr txBox="1"/>
          <p:nvPr/>
        </p:nvSpPr>
        <p:spPr>
          <a:xfrm>
            <a:off x="944880" y="4884420"/>
            <a:ext cx="19050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Recover old slides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21" name="image01__card_desc_0_0"/>
          <p:cNvSpPr txBox="1"/>
          <p:nvPr/>
        </p:nvSpPr>
        <p:spPr>
          <a:xfrm>
            <a:off x="944880" y="521208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Resurrect legacy decks that</a:t>
            </a:r>
            <a:endParaRPr lang="en-US" sz="1070" dirty="0"/>
          </a:p>
        </p:txBody>
      </p:sp>
      <p:sp>
        <p:nvSpPr>
          <p:cNvPr id="222" name="image01__card_desc_0_1"/>
          <p:cNvSpPr txBox="1"/>
          <p:nvPr/>
        </p:nvSpPr>
        <p:spPr>
          <a:xfrm>
            <a:off x="944880" y="534924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only exist as images or PDFs.</a:t>
            </a:r>
            <a:endParaRPr lang="en-US" sz="1070" dirty="0"/>
          </a:p>
        </p:txBody>
      </p:sp>
      <p:sp>
        <p:nvSpPr>
          <p:cNvPr id="223" name="image01__card_title_1_1"/>
          <p:cNvSpPr txBox="1"/>
          <p:nvPr/>
        </p:nvSpPr>
        <p:spPr>
          <a:xfrm>
            <a:off x="3970020" y="4884420"/>
            <a:ext cx="19050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Edit image-only decks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24" name="image01__card_desc_1_0"/>
          <p:cNvSpPr txBox="1"/>
          <p:nvPr/>
        </p:nvSpPr>
        <p:spPr>
          <a:xfrm>
            <a:off x="3970020" y="521208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Convert static screenshots</a:t>
            </a:r>
            <a:endParaRPr lang="en-US" sz="1070" dirty="0"/>
          </a:p>
        </p:txBody>
      </p:sp>
      <p:sp>
        <p:nvSpPr>
          <p:cNvPr id="225" name="image01__card_desc_1_1"/>
          <p:cNvSpPr txBox="1"/>
          <p:nvPr/>
        </p:nvSpPr>
        <p:spPr>
          <a:xfrm>
            <a:off x="3970020" y="534924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into fully editable presentations.</a:t>
            </a:r>
            <a:endParaRPr lang="en-US" sz="1070" dirty="0"/>
          </a:p>
        </p:txBody>
      </p:sp>
      <p:sp>
        <p:nvSpPr>
          <p:cNvPr id="226" name="image01__card_title_2_1"/>
          <p:cNvSpPr txBox="1"/>
          <p:nvPr/>
        </p:nvSpPr>
        <p:spPr>
          <a:xfrm>
            <a:off x="6995160" y="4884420"/>
            <a:ext cx="19050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Standardize reusable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27" name="image01__card_title_2_2"/>
          <p:cNvSpPr txBox="1"/>
          <p:nvPr/>
        </p:nvSpPr>
        <p:spPr>
          <a:xfrm>
            <a:off x="6995160" y="5074920"/>
            <a:ext cx="19050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PPT assets</a:t>
            </a:r>
            <a:endParaRPr lang="en-US" sz="1580" dirty="0"/>
          </a:p>
        </p:txBody>
      </p:sp>
      <p:sp>
        <p:nvSpPr>
          <p:cNvPr id="228" name="image01__card_desc_2_0"/>
          <p:cNvSpPr txBox="1"/>
          <p:nvPr/>
        </p:nvSpPr>
        <p:spPr>
          <a:xfrm>
            <a:off x="6995160" y="527304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Extract slides into clean,</a:t>
            </a:r>
            <a:endParaRPr lang="en-US" sz="1070" dirty="0"/>
          </a:p>
        </p:txBody>
      </p:sp>
      <p:sp>
        <p:nvSpPr>
          <p:cNvPr id="229" name="image01__card_desc_2_1"/>
          <p:cNvSpPr txBox="1"/>
          <p:nvPr/>
        </p:nvSpPr>
        <p:spPr>
          <a:xfrm>
            <a:off x="6995160" y="541020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consistent, reusable components.</a:t>
            </a:r>
            <a:endParaRPr lang="en-US" sz="1070" dirty="0"/>
          </a:p>
        </p:txBody>
      </p:sp>
      <p:sp>
        <p:nvSpPr>
          <p:cNvPr id="230" name="image01__card_title_3_1"/>
          <p:cNvSpPr txBox="1"/>
          <p:nvPr/>
        </p:nvSpPr>
        <p:spPr>
          <a:xfrm>
            <a:off x="10020300" y="4884420"/>
            <a:ext cx="19050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Speed up proposal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31" name="image01__card_title_3_2"/>
          <p:cNvSpPr txBox="1"/>
          <p:nvPr/>
        </p:nvSpPr>
        <p:spPr>
          <a:xfrm>
            <a:off x="10020300" y="5074920"/>
            <a:ext cx="19050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refinement</a:t>
            </a:r>
            <a:endParaRPr lang="en-US" sz="14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32" name="image01__card_desc_3_0"/>
          <p:cNvSpPr txBox="1"/>
          <p:nvPr/>
        </p:nvSpPr>
        <p:spPr>
          <a:xfrm>
            <a:off x="10020300" y="527304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Turn feedback into updates</a:t>
            </a:r>
            <a:endParaRPr lang="en-US" sz="1070" dirty="0"/>
          </a:p>
        </p:txBody>
      </p:sp>
      <p:sp>
        <p:nvSpPr>
          <p:cNvPr id="233" name="image01__card_desc_3_1"/>
          <p:cNvSpPr txBox="1"/>
          <p:nvPr/>
        </p:nvSpPr>
        <p:spPr>
          <a:xfrm>
            <a:off x="10020300" y="541020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faster without rebuilding from</a:t>
            </a:r>
            <a:endParaRPr lang="en-US" sz="1070" dirty="0"/>
          </a:p>
        </p:txBody>
      </p:sp>
      <p:sp>
        <p:nvSpPr>
          <p:cNvPr id="234" name="image01__card_desc_3_2"/>
          <p:cNvSpPr txBox="1"/>
          <p:nvPr/>
        </p:nvSpPr>
        <p:spPr>
          <a:xfrm>
            <a:off x="10020300" y="5547360"/>
            <a:ext cx="1905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scratch.</a:t>
            </a:r>
            <a:endParaRPr lang="en-US" sz="1070" dirty="0"/>
          </a:p>
        </p:txBody>
      </p:sp>
      <p:sp>
        <p:nvSpPr>
          <p:cNvPr id="235" name="image01__band_shadow"/>
          <p:cNvSpPr/>
          <p:nvPr/>
        </p:nvSpPr>
        <p:spPr>
          <a:xfrm>
            <a:off x="137160" y="5913120"/>
            <a:ext cx="11963400" cy="86868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image01__band"/>
          <p:cNvSpPr/>
          <p:nvPr/>
        </p:nvSpPr>
        <p:spPr>
          <a:xfrm>
            <a:off x="91440" y="5852160"/>
            <a:ext cx="12009120" cy="868680"/>
          </a:xfrm>
          <a:prstGeom prst="roundRect">
            <a:avLst/>
          </a:prstGeom>
          <a:solidFill>
            <a:srgbClr val="FFF3EA"/>
          </a:solidFill>
          <a:ln w="11430">
            <a:solidFill>
              <a:srgbClr val="E6CFC0"/>
            </a:solidFill>
            <a:prstDash val="solid"/>
          </a:ln>
        </p:spPr>
      </p:sp>
      <p:sp>
        <p:nvSpPr>
          <p:cNvPr id="237" name="image01__cap_icon_circle"/>
          <p:cNvSpPr/>
          <p:nvPr/>
        </p:nvSpPr>
        <p:spPr>
          <a:xfrm>
            <a:off x="213360" y="6019800"/>
            <a:ext cx="426720" cy="42672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image01__cap_compass_center"/>
          <p:cNvSpPr/>
          <p:nvPr/>
        </p:nvSpPr>
        <p:spPr>
          <a:xfrm>
            <a:off x="381000" y="6187440"/>
            <a:ext cx="91440" cy="914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image01__cap_compass_top"/>
          <p:cNvSpPr/>
          <p:nvPr/>
        </p:nvSpPr>
        <p:spPr>
          <a:xfrm>
            <a:off x="396240" y="6050280"/>
            <a:ext cx="60960" cy="1524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image01__cap_compass_bottom"/>
          <p:cNvSpPr/>
          <p:nvPr/>
        </p:nvSpPr>
        <p:spPr>
          <a:xfrm rot="10800000">
            <a:off x="396240" y="6278880"/>
            <a:ext cx="60960" cy="1524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image01__cap_compass_left"/>
          <p:cNvSpPr/>
          <p:nvPr/>
        </p:nvSpPr>
        <p:spPr>
          <a:xfrm rot="16200000">
            <a:off x="281940" y="6202680"/>
            <a:ext cx="152400" cy="609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image01__cap_compass_right"/>
          <p:cNvSpPr/>
          <p:nvPr/>
        </p:nvSpPr>
        <p:spPr>
          <a:xfrm rot="5400000">
            <a:off x="441960" y="6202680"/>
            <a:ext cx="152400" cy="609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image01__cap_key"/>
          <p:cNvSpPr txBox="1"/>
          <p:nvPr/>
        </p:nvSpPr>
        <p:spPr>
          <a:xfrm>
            <a:off x="716280" y="5981700"/>
            <a:ext cx="9525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5A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</a:t>
            </a:r>
            <a:endParaRPr lang="en-US" sz="1600" b="1" dirty="0">
              <a:solidFill>
                <a:srgbClr val="F05A00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44" name="image01__cap_caps"/>
          <p:cNvSpPr txBox="1"/>
          <p:nvPr/>
        </p:nvSpPr>
        <p:spPr>
          <a:xfrm>
            <a:off x="716280" y="6202680"/>
            <a:ext cx="11049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5A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CAPABILITIES</a:t>
            </a:r>
            <a:endParaRPr lang="en-US" sz="1600" b="1" dirty="0">
              <a:solidFill>
                <a:srgbClr val="F05A00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45" name="image01__cap_sep_0"/>
          <p:cNvSpPr/>
          <p:nvPr/>
        </p:nvSpPr>
        <p:spPr>
          <a:xfrm>
            <a:off x="339090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46" name="image01__cap_sep_1"/>
          <p:cNvSpPr/>
          <p:nvPr/>
        </p:nvSpPr>
        <p:spPr>
          <a:xfrm>
            <a:off x="560070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47" name="image01__cap_sep_2"/>
          <p:cNvSpPr/>
          <p:nvPr/>
        </p:nvSpPr>
        <p:spPr>
          <a:xfrm>
            <a:off x="786384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48" name="image01__cap_sep_3"/>
          <p:cNvSpPr/>
          <p:nvPr/>
        </p:nvSpPr>
        <p:spPr>
          <a:xfrm>
            <a:off x="992124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49" name="image01__cap1_icon"/>
          <p:cNvSpPr txBox="1"/>
          <p:nvPr/>
        </p:nvSpPr>
        <p:spPr>
          <a:xfrm>
            <a:off x="1813560" y="5981700"/>
            <a:ext cx="2286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5A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</a:t>
            </a:r>
            <a:endParaRPr lang="en-US" sz="1600" b="1" dirty="0">
              <a:solidFill>
                <a:srgbClr val="F05A00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50" name="image01__cap1_title"/>
          <p:cNvSpPr txBox="1"/>
          <p:nvPr/>
        </p:nvSpPr>
        <p:spPr>
          <a:xfrm>
            <a:off x="2057400" y="5981700"/>
            <a:ext cx="12192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Editable text</a:t>
            </a:r>
            <a:endParaRPr lang="en-US" sz="13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51" name="image01__cap1_body1"/>
          <p:cNvSpPr txBox="1"/>
          <p:nvPr/>
        </p:nvSpPr>
        <p:spPr>
          <a:xfrm>
            <a:off x="2057400" y="6225540"/>
            <a:ext cx="12573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Accurate OCR with</a:t>
            </a:r>
            <a:endParaRPr lang="en-US" sz="970" dirty="0"/>
          </a:p>
        </p:txBody>
      </p:sp>
      <p:sp>
        <p:nvSpPr>
          <p:cNvPr id="252" name="image01__cap1_body2"/>
          <p:cNvSpPr txBox="1"/>
          <p:nvPr/>
        </p:nvSpPr>
        <p:spPr>
          <a:xfrm>
            <a:off x="2057400" y="6362700"/>
            <a:ext cx="12573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smart text recovery</a:t>
            </a:r>
            <a:endParaRPr lang="en-US" sz="970" dirty="0"/>
          </a:p>
        </p:txBody>
      </p:sp>
      <p:sp>
        <p:nvSpPr>
          <p:cNvPr id="253" name="image01__cap2_sq"/>
          <p:cNvSpPr/>
          <p:nvPr/>
        </p:nvSpPr>
        <p:spPr>
          <a:xfrm>
            <a:off x="3581400" y="6004560"/>
            <a:ext cx="83820" cy="83820"/>
          </a:xfrm>
          <a:prstGeom prst="rect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image01__cap2_tri"/>
          <p:cNvSpPr/>
          <p:nvPr/>
        </p:nvSpPr>
        <p:spPr>
          <a:xfrm>
            <a:off x="3581400" y="6141720"/>
            <a:ext cx="83820" cy="83820"/>
          </a:xfrm>
          <a:prstGeom prst="triangl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image01__cap2_title"/>
          <p:cNvSpPr txBox="1"/>
          <p:nvPr/>
        </p:nvSpPr>
        <p:spPr>
          <a:xfrm>
            <a:off x="3749040" y="5981700"/>
            <a:ext cx="17526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Native PowerPoint shapes</a:t>
            </a:r>
            <a:endParaRPr lang="en-US" sz="13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56" name="image01__cap2_body1"/>
          <p:cNvSpPr txBox="1"/>
          <p:nvPr/>
        </p:nvSpPr>
        <p:spPr>
          <a:xfrm>
            <a:off x="3749040" y="6225540"/>
            <a:ext cx="1600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Rebuilt with proper</a:t>
            </a:r>
            <a:endParaRPr lang="en-US" sz="970" dirty="0"/>
          </a:p>
        </p:txBody>
      </p:sp>
      <p:sp>
        <p:nvSpPr>
          <p:cNvPr id="257" name="image01__cap2_body2"/>
          <p:cNvSpPr txBox="1"/>
          <p:nvPr/>
        </p:nvSpPr>
        <p:spPr>
          <a:xfrm>
            <a:off x="3749040" y="6362700"/>
            <a:ext cx="1600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PowerPoint objects</a:t>
            </a:r>
            <a:endParaRPr lang="en-US" sz="970" dirty="0"/>
          </a:p>
        </p:txBody>
      </p:sp>
      <p:sp>
        <p:nvSpPr>
          <p:cNvPr id="258" name="image01__cap3_outer"/>
          <p:cNvSpPr/>
          <p:nvPr/>
        </p:nvSpPr>
        <p:spPr>
          <a:xfrm>
            <a:off x="5791200" y="6004560"/>
            <a:ext cx="12192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6B0B"/>
            </a:solidFill>
            <a:prstDash val="solid"/>
          </a:ln>
        </p:spPr>
      </p:sp>
      <p:sp>
        <p:nvSpPr>
          <p:cNvPr id="259" name="image01__cap3_inner"/>
          <p:cNvSpPr/>
          <p:nvPr/>
        </p:nvSpPr>
        <p:spPr>
          <a:xfrm>
            <a:off x="5821680" y="6035040"/>
            <a:ext cx="60960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6B0B"/>
            </a:solidFill>
            <a:prstDash val="solid"/>
          </a:ln>
        </p:spPr>
      </p:sp>
      <p:sp>
        <p:nvSpPr>
          <p:cNvPr id="260" name="image01__cap3_title"/>
          <p:cNvSpPr txBox="1"/>
          <p:nvPr/>
        </p:nvSpPr>
        <p:spPr>
          <a:xfrm>
            <a:off x="5974080" y="5981700"/>
            <a:ext cx="17526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Complex visuals as assets</a:t>
            </a:r>
            <a:endParaRPr lang="en-US" sz="13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61" name="image01__cap3_body1"/>
          <p:cNvSpPr txBox="1"/>
          <p:nvPr/>
        </p:nvSpPr>
        <p:spPr>
          <a:xfrm>
            <a:off x="5974080" y="6225540"/>
            <a:ext cx="17526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Charts, tables, and graphics</a:t>
            </a:r>
            <a:endParaRPr lang="en-US" sz="970" dirty="0"/>
          </a:p>
        </p:txBody>
      </p:sp>
      <p:sp>
        <p:nvSpPr>
          <p:cNvPr id="262" name="image01__cap3_body2"/>
          <p:cNvSpPr txBox="1"/>
          <p:nvPr/>
        </p:nvSpPr>
        <p:spPr>
          <a:xfrm>
            <a:off x="5974080" y="6362700"/>
            <a:ext cx="17526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preserved as editable assets</a:t>
            </a:r>
            <a:endParaRPr lang="en-US" sz="970" dirty="0"/>
          </a:p>
        </p:txBody>
      </p:sp>
      <p:sp>
        <p:nvSpPr>
          <p:cNvPr id="263" name="image01__cap4_line_0"/>
          <p:cNvSpPr/>
          <p:nvPr/>
        </p:nvSpPr>
        <p:spPr>
          <a:xfrm>
            <a:off x="8061960" y="601218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64" name="image01__cap4_line_1"/>
          <p:cNvSpPr/>
          <p:nvPr/>
        </p:nvSpPr>
        <p:spPr>
          <a:xfrm>
            <a:off x="8061960" y="606552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65" name="image01__cap4_line_2"/>
          <p:cNvSpPr/>
          <p:nvPr/>
        </p:nvSpPr>
        <p:spPr>
          <a:xfrm>
            <a:off x="8061960" y="611886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66" name="image01__cap4_line_3"/>
          <p:cNvSpPr/>
          <p:nvPr/>
        </p:nvSpPr>
        <p:spPr>
          <a:xfrm>
            <a:off x="8061960" y="617220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67" name="image01__cap4_title"/>
          <p:cNvSpPr txBox="1"/>
          <p:nvPr/>
        </p:nvSpPr>
        <p:spPr>
          <a:xfrm>
            <a:off x="8260080" y="5981700"/>
            <a:ext cx="15240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PageIR workflow</a:t>
            </a:r>
            <a:endParaRPr lang="en-US" sz="13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68" name="image01__cap4_body1"/>
          <p:cNvSpPr txBox="1"/>
          <p:nvPr/>
        </p:nvSpPr>
        <p:spPr>
          <a:xfrm>
            <a:off x="8260080" y="6225540"/>
            <a:ext cx="1524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Performs Page-wise</a:t>
            </a:r>
            <a:endParaRPr lang="en-US" sz="970" dirty="0"/>
          </a:p>
        </p:txBody>
      </p:sp>
      <p:sp>
        <p:nvSpPr>
          <p:cNvPr id="269" name="image01__cap4_body2"/>
          <p:cNvSpPr txBox="1"/>
          <p:nvPr/>
        </p:nvSpPr>
        <p:spPr>
          <a:xfrm>
            <a:off x="8260080" y="6362700"/>
            <a:ext cx="1524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Restoration</a:t>
            </a:r>
            <a:endParaRPr lang="en-US" sz="970" dirty="0"/>
          </a:p>
        </p:txBody>
      </p:sp>
      <p:sp>
        <p:nvSpPr>
          <p:cNvPr id="270" name="image01__cap5_check1"/>
          <p:cNvSpPr/>
          <p:nvPr/>
        </p:nvSpPr>
        <p:spPr>
          <a:xfrm>
            <a:off x="10119360" y="6096000"/>
            <a:ext cx="68580" cy="83820"/>
          </a:xfrm>
          <a:prstGeom prst="line">
            <a:avLst/>
          </a:prstGeom>
          <a:noFill/>
          <a:ln w="2540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71" name="image01__cap5_check2"/>
          <p:cNvSpPr/>
          <p:nvPr/>
        </p:nvSpPr>
        <p:spPr>
          <a:xfrm>
            <a:off x="10187940" y="6004560"/>
            <a:ext cx="129540" cy="175260"/>
          </a:xfrm>
          <a:prstGeom prst="line">
            <a:avLst/>
          </a:prstGeom>
          <a:noFill/>
          <a:ln w="2540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72" name="image01__cap5_title"/>
          <p:cNvSpPr txBox="1"/>
          <p:nvPr/>
        </p:nvSpPr>
        <p:spPr>
          <a:xfrm>
            <a:off x="10363200" y="5981700"/>
            <a:ext cx="14478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0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Validation tools</a:t>
            </a:r>
            <a:endParaRPr lang="en-US" sz="1300" b="1" dirty="0">
              <a:solidFill>
                <a:srgbClr val="142033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73" name="image01__cap5_body1"/>
          <p:cNvSpPr txBox="1"/>
          <p:nvPr/>
        </p:nvSpPr>
        <p:spPr>
          <a:xfrm>
            <a:off x="10363200" y="6225540"/>
            <a:ext cx="14478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Side-by-side diff and</a:t>
            </a:r>
            <a:endParaRPr lang="en-US" sz="970" dirty="0"/>
          </a:p>
        </p:txBody>
      </p:sp>
      <p:sp>
        <p:nvSpPr>
          <p:cNvPr id="274" name="image01__cap5_body2"/>
          <p:cNvSpPr txBox="1"/>
          <p:nvPr/>
        </p:nvSpPr>
        <p:spPr>
          <a:xfrm>
            <a:off x="10363200" y="6362700"/>
            <a:ext cx="14478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quality scoring</a:t>
            </a:r>
            <a:endParaRPr lang="en-US" sz="9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WPS 演示</Application>
  <PresentationFormat>On-screen Show (16:9)</PresentationFormat>
  <Paragraphs>238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宋体</vt:lpstr>
      <vt:lpstr>Wingdings</vt:lpstr>
      <vt:lpstr>Roboto Condensed</vt:lpstr>
      <vt:lpstr>苹方-简</vt:lpstr>
      <vt:lpstr>Roboto Condensed</vt:lpstr>
      <vt:lpstr>Roboto Condensed</vt:lpstr>
      <vt:lpstr>Roboto Slab</vt:lpstr>
      <vt:lpstr>Roboto Slab</vt:lpstr>
      <vt:lpstr>Roboto Slab</vt:lpstr>
      <vt:lpstr>微软雅黑</vt:lpstr>
      <vt:lpstr>方正雅意黑 GB18030L2</vt:lpstr>
      <vt:lpstr>微软雅黑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creator>OpenAI</dc:creator>
  <dc:subject>Editable reconstruction from PageIR</dc:subject>
  <cp:lastModifiedBy>  海阔天空</cp:lastModifiedBy>
  <cp:revision>3</cp:revision>
  <dcterms:created xsi:type="dcterms:W3CDTF">2026-08-09T00:05:40Z</dcterms:created>
  <dcterms:modified xsi:type="dcterms:W3CDTF">2026-08-09T00:05:40Z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2052-12.1.26053.26053</vt:lpwstr>
  </property>
  <property fmtid="{D5CDD505-2E9C-101B-9397-08002B2CF9AE}" pid="3" name="ICV">
    <vt:lpwstr>EEE1656A99261D8354C4776A0E5CCF54_43</vt:lpwstr>
  </property>
</Properties>
</file>